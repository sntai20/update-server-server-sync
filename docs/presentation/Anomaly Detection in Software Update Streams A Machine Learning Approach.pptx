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theme/theme2.xml" ContentType="application/vnd.openxmlformats-officedocument.theme+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43" r:id="rId4"/>
    <p:sldMasterId id="2147483784" r:id="rId5"/>
    <p:sldMasterId id="2147483660" r:id="rId6"/>
  </p:sldMasterIdLst>
  <p:notesMasterIdLst>
    <p:notesMasterId r:id="rId30"/>
  </p:notesMasterIdLst>
  <p:sldIdLst>
    <p:sldId id="2561" r:id="rId7"/>
    <p:sldId id="2562" r:id="rId8"/>
    <p:sldId id="2563" r:id="rId9"/>
    <p:sldId id="2564" r:id="rId10"/>
    <p:sldId id="2565" r:id="rId11"/>
    <p:sldId id="2566" r:id="rId12"/>
    <p:sldId id="2567" r:id="rId13"/>
    <p:sldId id="2568" r:id="rId14"/>
    <p:sldId id="2569" r:id="rId15"/>
    <p:sldId id="2570" r:id="rId16"/>
    <p:sldId id="2571" r:id="rId17"/>
    <p:sldId id="2572" r:id="rId18"/>
    <p:sldId id="2573" r:id="rId19"/>
    <p:sldId id="2574" r:id="rId20"/>
    <p:sldId id="2575" r:id="rId21"/>
    <p:sldId id="2576" r:id="rId22"/>
    <p:sldId id="2577" r:id="rId23"/>
    <p:sldId id="2578" r:id="rId24"/>
    <p:sldId id="2579" r:id="rId25"/>
    <p:sldId id="2580" r:id="rId26"/>
    <p:sldId id="2581" r:id="rId27"/>
    <p:sldId id="2582" r:id="rId28"/>
    <p:sldId id="2583"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nomaly Detection in Software Update Streams: Leveraging Machine Learning for Advanced Irregularity Identification" id="{AC596774-9C86-4E73-B49D-CED437A8B67E}">
          <p14:sldIdLst>
            <p14:sldId id="2561"/>
            <p14:sldId id="2562"/>
          </p14:sldIdLst>
        </p14:section>
        <p14:section name="Introduction to Software Update Streams" id="{2BCCC0AE-8C02-4620-928F-540553E6E4D9}">
          <p14:sldIdLst>
            <p14:sldId id="2563"/>
            <p14:sldId id="2564"/>
            <p14:sldId id="2565"/>
            <p14:sldId id="2566"/>
          </p14:sldIdLst>
        </p14:section>
        <p14:section name="Defining Anomalies in Software Update Data" id="{3102BEF7-A99A-42A0-B251-2A37B246E523}">
          <p14:sldIdLst>
            <p14:sldId id="2567"/>
            <p14:sldId id="2568"/>
            <p14:sldId id="2569"/>
            <p14:sldId id="2570"/>
          </p14:sldIdLst>
        </p14:section>
        <p14:section name="Machine Learning Techniques for Anomaly Detection" id="{B2F782E5-917A-4481-ACEF-2DF9FD2BFA05}">
          <p14:sldIdLst>
            <p14:sldId id="2571"/>
            <p14:sldId id="2572"/>
            <p14:sldId id="2573"/>
            <p14:sldId id="2574"/>
          </p14:sldIdLst>
        </p14:section>
        <p14:section name="Advanced Data Analysis Strategies" id="{C0F1EFBC-E73F-4F35-98FA-010A20E671BE}">
          <p14:sldIdLst>
            <p14:sldId id="2575"/>
            <p14:sldId id="2576"/>
            <p14:sldId id="2577"/>
            <p14:sldId id="2578"/>
          </p14:sldIdLst>
        </p14:section>
        <p14:section name="Implementation and Evaluation of Detection Systems" id="{C490A544-C8E6-4803-9D60-2E463DB8AD7A}">
          <p14:sldIdLst>
            <p14:sldId id="2579"/>
            <p14:sldId id="2580"/>
            <p14:sldId id="2581"/>
            <p14:sldId id="2582"/>
          </p14:sldIdLst>
        </p14:section>
        <p14:section name="Conclusion: Harnessing Machine Learning to Secure Software Update Streams" id="{6015FA62-9494-4CE1-9D72-963DE1FD307E}">
          <p14:sldIdLst>
            <p14:sldId id="258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001" autoAdjust="0"/>
    <p:restoredTop sz="66702" autoAdjust="0"/>
  </p:normalViewPr>
  <p:slideViewPr>
    <p:cSldViewPr snapToGrid="0">
      <p:cViewPr varScale="1">
        <p:scale>
          <a:sx n="75" d="100"/>
          <a:sy n="75" d="100"/>
        </p:scale>
        <p:origin x="1788" y="294"/>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 Type="http://schemas.openxmlformats.org/officeDocument/2006/relationships/customXml" Target="../customXml/item3.xml"/><Relationship Id="rId21" Type="http://schemas.openxmlformats.org/officeDocument/2006/relationships/slide" Target="slides/slide15.xml"/><Relationship Id="rId34" Type="http://schemas.openxmlformats.org/officeDocument/2006/relationships/tableStyles" Target="tableStyles.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slide" Target="slides/slide14.xml"/><Relationship Id="rId29" Type="http://schemas.openxmlformats.org/officeDocument/2006/relationships/slide" Target="slides/slide23.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viewProps" Target="viewProps.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notesMaster" Target="notesMasters/notesMaster1.xml"/><Relationship Id="rId8" Type="http://schemas.openxmlformats.org/officeDocument/2006/relationships/slide" Target="slides/slide2.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07CB6D1-D13B-417C-BCA6-0DC753BCFA15}" type="doc">
      <dgm:prSet loTypeId="urn:microsoft.com/office/officeart/2024/3/layout/hArchList1" loCatId="List" qsTypeId="urn:microsoft.com/office/officeart/2005/8/quickstyle/simple1" qsCatId="simple" csTypeId="urn:microsoft.com/office/officeart/2005/8/colors/accent1_2" csCatId="accent1" phldr="1"/>
      <dgm:spPr/>
      <dgm:t>
        <a:bodyPr/>
        <a:lstStyle/>
        <a:p>
          <a:endParaRPr lang="en-US"/>
        </a:p>
      </dgm:t>
    </dgm:pt>
    <dgm:pt modelId="{1531BEF7-AD1D-48CD-8911-052853A71E82}">
      <dgm:prSet/>
      <dgm:spPr/>
      <dgm:t>
        <a:bodyPr/>
        <a:lstStyle/>
        <a:p>
          <a:pPr>
            <a:lnSpc>
              <a:spcPct val="100000"/>
            </a:lnSpc>
            <a:defRPr b="1"/>
          </a:pPr>
          <a:r>
            <a:rPr lang="en-US"/>
            <a:t>Complexities of Software Updates</a:t>
          </a:r>
        </a:p>
      </dgm:t>
    </dgm:pt>
    <dgm:pt modelId="{1C972A2E-4A63-4C1D-83DB-9F44D250A9A0}" type="parTrans" cxnId="{3E5FDD45-4C20-44A8-8D80-10B2CC9BBFE8}">
      <dgm:prSet/>
      <dgm:spPr/>
      <dgm:t>
        <a:bodyPr/>
        <a:lstStyle/>
        <a:p>
          <a:endParaRPr lang="en-US"/>
        </a:p>
      </dgm:t>
    </dgm:pt>
    <dgm:pt modelId="{71A7B1F5-A48B-419D-8C7A-4668D0DA351D}" type="sibTrans" cxnId="{3E5FDD45-4C20-44A8-8D80-10B2CC9BBFE8}">
      <dgm:prSet/>
      <dgm:spPr/>
      <dgm:t>
        <a:bodyPr/>
        <a:lstStyle/>
        <a:p>
          <a:pPr>
            <a:lnSpc>
              <a:spcPct val="100000"/>
            </a:lnSpc>
            <a:defRPr b="1"/>
          </a:pPr>
          <a:endParaRPr lang="en-US"/>
        </a:p>
      </dgm:t>
    </dgm:pt>
    <dgm:pt modelId="{73B77CF5-77AB-462D-BFB2-AADA3BB19D39}">
      <dgm:prSet/>
      <dgm:spPr/>
      <dgm:t>
        <a:bodyPr/>
        <a:lstStyle/>
        <a:p>
          <a:pPr>
            <a:lnSpc>
              <a:spcPct val="100000"/>
            </a:lnSpc>
          </a:pPr>
          <a:r>
            <a:rPr lang="en-US"/>
            <a:t>Software update streams involve intricate data flows that require careful monitoring for security and reliability.</a:t>
          </a:r>
        </a:p>
      </dgm:t>
    </dgm:pt>
    <dgm:pt modelId="{E46B2B67-A2C9-426A-A55A-F2F6FAA48415}" type="parTrans" cxnId="{CA7738B7-1AD5-45BC-99B7-25D3E6F46275}">
      <dgm:prSet/>
      <dgm:spPr/>
      <dgm:t>
        <a:bodyPr/>
        <a:lstStyle/>
        <a:p>
          <a:endParaRPr lang="en-US"/>
        </a:p>
      </dgm:t>
    </dgm:pt>
    <dgm:pt modelId="{021999D1-50EF-4352-8841-ACDEB47C8FA1}" type="sibTrans" cxnId="{CA7738B7-1AD5-45BC-99B7-25D3E6F46275}">
      <dgm:prSet/>
      <dgm:spPr/>
      <dgm:t>
        <a:bodyPr/>
        <a:lstStyle/>
        <a:p>
          <a:endParaRPr lang="en-US"/>
        </a:p>
      </dgm:t>
    </dgm:pt>
    <dgm:pt modelId="{D429D961-6D39-4B6C-8989-92DDA3855986}">
      <dgm:prSet/>
      <dgm:spPr/>
      <dgm:t>
        <a:bodyPr/>
        <a:lstStyle/>
        <a:p>
          <a:pPr>
            <a:lnSpc>
              <a:spcPct val="100000"/>
            </a:lnSpc>
            <a:defRPr b="1"/>
          </a:pPr>
          <a:r>
            <a:rPr lang="en-US"/>
            <a:t>Machine Learning Anomaly Detection</a:t>
          </a:r>
        </a:p>
      </dgm:t>
    </dgm:pt>
    <dgm:pt modelId="{E525F3B3-B8E6-459B-8C21-EC60D507F8B5}" type="parTrans" cxnId="{F4F95CFF-3686-4773-983A-3001F11D86BE}">
      <dgm:prSet/>
      <dgm:spPr/>
      <dgm:t>
        <a:bodyPr/>
        <a:lstStyle/>
        <a:p>
          <a:endParaRPr lang="en-US"/>
        </a:p>
      </dgm:t>
    </dgm:pt>
    <dgm:pt modelId="{A0F2387C-16B5-4C78-A2E4-697393B5BCED}" type="sibTrans" cxnId="{F4F95CFF-3686-4773-983A-3001F11D86BE}">
      <dgm:prSet/>
      <dgm:spPr/>
      <dgm:t>
        <a:bodyPr/>
        <a:lstStyle/>
        <a:p>
          <a:pPr>
            <a:lnSpc>
              <a:spcPct val="100000"/>
            </a:lnSpc>
            <a:defRPr b="1"/>
          </a:pPr>
          <a:endParaRPr lang="en-US"/>
        </a:p>
      </dgm:t>
    </dgm:pt>
    <dgm:pt modelId="{0DDB6DF6-4BF7-4318-BDB0-C9D0311E181D}">
      <dgm:prSet/>
      <dgm:spPr/>
      <dgm:t>
        <a:bodyPr/>
        <a:lstStyle/>
        <a:p>
          <a:pPr>
            <a:lnSpc>
              <a:spcPct val="100000"/>
            </a:lnSpc>
          </a:pPr>
          <a:r>
            <a:rPr lang="en-US" dirty="0"/>
            <a:t>Machine learning techniques enable early detection of irregularities in software update streams, enhancing security.</a:t>
          </a:r>
        </a:p>
      </dgm:t>
    </dgm:pt>
    <dgm:pt modelId="{F62FA99C-BFB5-4F33-8C48-8EBC4D2F34F2}" type="parTrans" cxnId="{C92CFD39-A445-4DCC-9915-2E8CE11A7925}">
      <dgm:prSet/>
      <dgm:spPr/>
      <dgm:t>
        <a:bodyPr/>
        <a:lstStyle/>
        <a:p>
          <a:endParaRPr lang="en-US"/>
        </a:p>
      </dgm:t>
    </dgm:pt>
    <dgm:pt modelId="{7E7B8053-8E3F-472A-88E8-D7E0290B203F}" type="sibTrans" cxnId="{C92CFD39-A445-4DCC-9915-2E8CE11A7925}">
      <dgm:prSet/>
      <dgm:spPr/>
      <dgm:t>
        <a:bodyPr/>
        <a:lstStyle/>
        <a:p>
          <a:endParaRPr lang="en-US"/>
        </a:p>
      </dgm:t>
    </dgm:pt>
    <dgm:pt modelId="{55624525-F640-47A5-A416-11A1B503674F}">
      <dgm:prSet/>
      <dgm:spPr/>
      <dgm:t>
        <a:bodyPr/>
        <a:lstStyle/>
        <a:p>
          <a:pPr>
            <a:lnSpc>
              <a:spcPct val="100000"/>
            </a:lnSpc>
            <a:defRPr b="1"/>
          </a:pPr>
          <a:r>
            <a:rPr lang="en-US"/>
            <a:t>Continuous Evaluation and Adaptation</a:t>
          </a:r>
        </a:p>
      </dgm:t>
    </dgm:pt>
    <dgm:pt modelId="{9E56D2CE-E478-4873-9E5E-CEC6B51DE422}" type="parTrans" cxnId="{C2BD7158-5D2E-458D-A5FF-F4119E5530BF}">
      <dgm:prSet/>
      <dgm:spPr/>
      <dgm:t>
        <a:bodyPr/>
        <a:lstStyle/>
        <a:p>
          <a:endParaRPr lang="en-US"/>
        </a:p>
      </dgm:t>
    </dgm:pt>
    <dgm:pt modelId="{13E9086B-5AEF-4DF1-9848-0E8334217D11}" type="sibTrans" cxnId="{C2BD7158-5D2E-458D-A5FF-F4119E5530BF}">
      <dgm:prSet/>
      <dgm:spPr/>
      <dgm:t>
        <a:bodyPr/>
        <a:lstStyle/>
        <a:p>
          <a:endParaRPr lang="en-US"/>
        </a:p>
      </dgm:t>
    </dgm:pt>
    <dgm:pt modelId="{CDDEC7E8-5FA5-4E57-B5CF-5BB305E0CC14}">
      <dgm:prSet/>
      <dgm:spPr/>
      <dgm:t>
        <a:bodyPr/>
        <a:lstStyle/>
        <a:p>
          <a:pPr>
            <a:lnSpc>
              <a:spcPct val="100000"/>
            </a:lnSpc>
          </a:pPr>
          <a:r>
            <a:rPr lang="en-US" dirty="0"/>
            <a:t>Ongoing assessment and improvement of detection systems ensure protection against evolving security threats.</a:t>
          </a:r>
        </a:p>
      </dgm:t>
    </dgm:pt>
    <dgm:pt modelId="{D58B8D76-22A3-4429-AE88-FC26F76C92AB}" type="parTrans" cxnId="{32AD577F-3BA2-4D03-9C3D-04AFA478BFFC}">
      <dgm:prSet/>
      <dgm:spPr/>
      <dgm:t>
        <a:bodyPr/>
        <a:lstStyle/>
        <a:p>
          <a:endParaRPr lang="en-US"/>
        </a:p>
      </dgm:t>
    </dgm:pt>
    <dgm:pt modelId="{42A2194D-2033-46B0-B2B7-F439E6DF9B76}" type="sibTrans" cxnId="{32AD577F-3BA2-4D03-9C3D-04AFA478BFFC}">
      <dgm:prSet/>
      <dgm:spPr/>
      <dgm:t>
        <a:bodyPr/>
        <a:lstStyle/>
        <a:p>
          <a:endParaRPr lang="en-US"/>
        </a:p>
      </dgm:t>
    </dgm:pt>
    <dgm:pt modelId="{3A36EE06-1D4A-429D-BAB9-6CB7E2925C99}" type="pres">
      <dgm:prSet presAssocID="{907CB6D1-D13B-417C-BCA6-0DC753BCFA15}" presName="Name0" presStyleCnt="0">
        <dgm:presLayoutVars>
          <dgm:dir/>
          <dgm:resizeHandles val="exact"/>
        </dgm:presLayoutVars>
      </dgm:prSet>
      <dgm:spPr/>
    </dgm:pt>
    <dgm:pt modelId="{6B8DAFBB-9E51-4B5C-8D7A-99E883BB14F7}" type="pres">
      <dgm:prSet presAssocID="{1531BEF7-AD1D-48CD-8911-052853A71E82}" presName="compNode" presStyleCnt="0"/>
      <dgm:spPr/>
    </dgm:pt>
    <dgm:pt modelId="{5663BDC8-7D91-47E2-BF2E-C2CA9A2E8F5D}" type="pres">
      <dgm:prSet presAssocID="{1531BEF7-AD1D-48CD-8911-052853A71E82}" presName="pictRect" presStyleLbl="revTx" presStyleIdx="0" presStyleCnt="6">
        <dgm:presLayoutVars>
          <dgm:chMax val="0"/>
          <dgm:bulletEnabled/>
        </dgm:presLayoutVars>
      </dgm:prSet>
      <dgm:spPr/>
    </dgm:pt>
    <dgm:pt modelId="{A5420A26-469A-4030-8D19-D3EFF327108D}" type="pres">
      <dgm:prSet presAssocID="{1531BEF7-AD1D-48CD-8911-052853A71E82}" presName="textRect" presStyleLbl="revTx" presStyleIdx="1" presStyleCnt="6">
        <dgm:presLayoutVars>
          <dgm:bulletEnabled/>
        </dgm:presLayoutVars>
      </dgm:prSet>
      <dgm:spPr/>
    </dgm:pt>
    <dgm:pt modelId="{297E31C7-8096-4605-9A5B-40F0FBC1CD86}" type="pres">
      <dgm:prSet presAssocID="{71A7B1F5-A48B-419D-8C7A-4668D0DA351D}" presName="sibTrans" presStyleLbl="sibTrans2D1" presStyleIdx="0" presStyleCnt="0"/>
      <dgm:spPr/>
    </dgm:pt>
    <dgm:pt modelId="{A8395284-3421-4C09-9801-0819A0C9FAFB}" type="pres">
      <dgm:prSet presAssocID="{D429D961-6D39-4B6C-8989-92DDA3855986}" presName="compNode" presStyleCnt="0"/>
      <dgm:spPr/>
    </dgm:pt>
    <dgm:pt modelId="{2D595F6A-F745-4C18-93BE-383E22A253CB}" type="pres">
      <dgm:prSet presAssocID="{D429D961-6D39-4B6C-8989-92DDA3855986}" presName="pictRect" presStyleLbl="revTx" presStyleIdx="2" presStyleCnt="6">
        <dgm:presLayoutVars>
          <dgm:chMax val="0"/>
          <dgm:bulletEnabled/>
        </dgm:presLayoutVars>
      </dgm:prSet>
      <dgm:spPr/>
    </dgm:pt>
    <dgm:pt modelId="{75F0C142-B8B8-42DD-A94A-3C205E684E52}" type="pres">
      <dgm:prSet presAssocID="{D429D961-6D39-4B6C-8989-92DDA3855986}" presName="textRect" presStyleLbl="revTx" presStyleIdx="3" presStyleCnt="6">
        <dgm:presLayoutVars>
          <dgm:bulletEnabled/>
        </dgm:presLayoutVars>
      </dgm:prSet>
      <dgm:spPr/>
    </dgm:pt>
    <dgm:pt modelId="{CA5DE7BD-2A4F-4348-9C80-C94FB3AD03BB}" type="pres">
      <dgm:prSet presAssocID="{A0F2387C-16B5-4C78-A2E4-697393B5BCED}" presName="sibTrans" presStyleLbl="sibTrans2D1" presStyleIdx="0" presStyleCnt="0"/>
      <dgm:spPr/>
    </dgm:pt>
    <dgm:pt modelId="{DED34FC3-1364-4FD8-B985-247ACB147A13}" type="pres">
      <dgm:prSet presAssocID="{55624525-F640-47A5-A416-11A1B503674F}" presName="compNode" presStyleCnt="0"/>
      <dgm:spPr/>
    </dgm:pt>
    <dgm:pt modelId="{F82BD56E-AB8F-4719-AE84-852AFFAFF222}" type="pres">
      <dgm:prSet presAssocID="{55624525-F640-47A5-A416-11A1B503674F}" presName="pictRect" presStyleLbl="revTx" presStyleIdx="4" presStyleCnt="6">
        <dgm:presLayoutVars>
          <dgm:chMax val="0"/>
          <dgm:bulletEnabled/>
        </dgm:presLayoutVars>
      </dgm:prSet>
      <dgm:spPr/>
    </dgm:pt>
    <dgm:pt modelId="{72539FC9-8D36-4D2A-97A7-B590DD6E95C5}" type="pres">
      <dgm:prSet presAssocID="{55624525-F640-47A5-A416-11A1B503674F}" presName="textRect" presStyleLbl="revTx" presStyleIdx="5" presStyleCnt="6">
        <dgm:presLayoutVars>
          <dgm:bulletEnabled/>
        </dgm:presLayoutVars>
      </dgm:prSet>
      <dgm:spPr/>
    </dgm:pt>
  </dgm:ptLst>
  <dgm:cxnLst>
    <dgm:cxn modelId="{F3F5CA16-9BAD-4D61-8FB4-84659B94F532}" type="presOf" srcId="{A0F2387C-16B5-4C78-A2E4-697393B5BCED}" destId="{CA5DE7BD-2A4F-4348-9C80-C94FB3AD03BB}" srcOrd="0" destOrd="0" presId="urn:microsoft.com/office/officeart/2024/3/layout/hArchList1"/>
    <dgm:cxn modelId="{9E10E622-FF0B-441E-9BEF-3D43295615AD}" type="presOf" srcId="{71A7B1F5-A48B-419D-8C7A-4668D0DA351D}" destId="{297E31C7-8096-4605-9A5B-40F0FBC1CD86}" srcOrd="0" destOrd="0" presId="urn:microsoft.com/office/officeart/2024/3/layout/hArchList1"/>
    <dgm:cxn modelId="{1C121626-117E-4696-B0B4-E26BE546AA13}" type="presOf" srcId="{D429D961-6D39-4B6C-8989-92DDA3855986}" destId="{2D595F6A-F745-4C18-93BE-383E22A253CB}" srcOrd="0" destOrd="0" presId="urn:microsoft.com/office/officeart/2024/3/layout/hArchList1"/>
    <dgm:cxn modelId="{DEEB982F-BB76-4F5D-882D-856A7C0B2C93}" type="presOf" srcId="{73B77CF5-77AB-462D-BFB2-AADA3BB19D39}" destId="{A5420A26-469A-4030-8D19-D3EFF327108D}" srcOrd="0" destOrd="0" presId="urn:microsoft.com/office/officeart/2024/3/layout/hArchList1"/>
    <dgm:cxn modelId="{C92CFD39-A445-4DCC-9915-2E8CE11A7925}" srcId="{D429D961-6D39-4B6C-8989-92DDA3855986}" destId="{0DDB6DF6-4BF7-4318-BDB0-C9D0311E181D}" srcOrd="0" destOrd="0" parTransId="{F62FA99C-BFB5-4F33-8C48-8EBC4D2F34F2}" sibTransId="{7E7B8053-8E3F-472A-88E8-D7E0290B203F}"/>
    <dgm:cxn modelId="{E02CCC60-D47C-40EE-8F58-F5B93E6B05BC}" type="presOf" srcId="{1531BEF7-AD1D-48CD-8911-052853A71E82}" destId="{5663BDC8-7D91-47E2-BF2E-C2CA9A2E8F5D}" srcOrd="0" destOrd="0" presId="urn:microsoft.com/office/officeart/2024/3/layout/hArchList1"/>
    <dgm:cxn modelId="{3E5FDD45-4C20-44A8-8D80-10B2CC9BBFE8}" srcId="{907CB6D1-D13B-417C-BCA6-0DC753BCFA15}" destId="{1531BEF7-AD1D-48CD-8911-052853A71E82}" srcOrd="0" destOrd="0" parTransId="{1C972A2E-4A63-4C1D-83DB-9F44D250A9A0}" sibTransId="{71A7B1F5-A48B-419D-8C7A-4668D0DA351D}"/>
    <dgm:cxn modelId="{1B73984D-A78E-4C35-B2A8-AACF3B5D0A94}" type="presOf" srcId="{0DDB6DF6-4BF7-4318-BDB0-C9D0311E181D}" destId="{75F0C142-B8B8-42DD-A94A-3C205E684E52}" srcOrd="0" destOrd="0" presId="urn:microsoft.com/office/officeart/2024/3/layout/hArchList1"/>
    <dgm:cxn modelId="{C2BD7158-5D2E-458D-A5FF-F4119E5530BF}" srcId="{907CB6D1-D13B-417C-BCA6-0DC753BCFA15}" destId="{55624525-F640-47A5-A416-11A1B503674F}" srcOrd="2" destOrd="0" parTransId="{9E56D2CE-E478-4873-9E5E-CEC6B51DE422}" sibTransId="{13E9086B-5AEF-4DF1-9848-0E8334217D11}"/>
    <dgm:cxn modelId="{32AD577F-3BA2-4D03-9C3D-04AFA478BFFC}" srcId="{55624525-F640-47A5-A416-11A1B503674F}" destId="{CDDEC7E8-5FA5-4E57-B5CF-5BB305E0CC14}" srcOrd="0" destOrd="0" parTransId="{D58B8D76-22A3-4429-AE88-FC26F76C92AB}" sibTransId="{42A2194D-2033-46B0-B2B7-F439E6DF9B76}"/>
    <dgm:cxn modelId="{CA7738B7-1AD5-45BC-99B7-25D3E6F46275}" srcId="{1531BEF7-AD1D-48CD-8911-052853A71E82}" destId="{73B77CF5-77AB-462D-BFB2-AADA3BB19D39}" srcOrd="0" destOrd="0" parTransId="{E46B2B67-A2C9-426A-A55A-F2F6FAA48415}" sibTransId="{021999D1-50EF-4352-8841-ACDEB47C8FA1}"/>
    <dgm:cxn modelId="{5515EABE-99B1-4B6A-BAA0-FE303615FF34}" type="presOf" srcId="{907CB6D1-D13B-417C-BCA6-0DC753BCFA15}" destId="{3A36EE06-1D4A-429D-BAB9-6CB7E2925C99}" srcOrd="0" destOrd="0" presId="urn:microsoft.com/office/officeart/2024/3/layout/hArchList1"/>
    <dgm:cxn modelId="{F340C1C4-8455-49F6-9F35-B4B36FF1A7C5}" type="presOf" srcId="{CDDEC7E8-5FA5-4E57-B5CF-5BB305E0CC14}" destId="{72539FC9-8D36-4D2A-97A7-B590DD6E95C5}" srcOrd="0" destOrd="0" presId="urn:microsoft.com/office/officeart/2024/3/layout/hArchList1"/>
    <dgm:cxn modelId="{F99D21D0-7ADA-4F9A-B00E-EE5A94485EF4}" type="presOf" srcId="{55624525-F640-47A5-A416-11A1B503674F}" destId="{F82BD56E-AB8F-4719-AE84-852AFFAFF222}" srcOrd="0" destOrd="0" presId="urn:microsoft.com/office/officeart/2024/3/layout/hArchList1"/>
    <dgm:cxn modelId="{F4F95CFF-3686-4773-983A-3001F11D86BE}" srcId="{907CB6D1-D13B-417C-BCA6-0DC753BCFA15}" destId="{D429D961-6D39-4B6C-8989-92DDA3855986}" srcOrd="1" destOrd="0" parTransId="{E525F3B3-B8E6-459B-8C21-EC60D507F8B5}" sibTransId="{A0F2387C-16B5-4C78-A2E4-697393B5BCED}"/>
    <dgm:cxn modelId="{BA777CFE-2990-4204-BA40-EB93981ED1F1}" type="presParOf" srcId="{3A36EE06-1D4A-429D-BAB9-6CB7E2925C99}" destId="{6B8DAFBB-9E51-4B5C-8D7A-99E883BB14F7}" srcOrd="0" destOrd="0" presId="urn:microsoft.com/office/officeart/2024/3/layout/hArchList1"/>
    <dgm:cxn modelId="{0452B4F1-1E00-4D0E-A42C-230D5EBEE3C2}" type="presParOf" srcId="{6B8DAFBB-9E51-4B5C-8D7A-99E883BB14F7}" destId="{5663BDC8-7D91-47E2-BF2E-C2CA9A2E8F5D}" srcOrd="0" destOrd="0" presId="urn:microsoft.com/office/officeart/2024/3/layout/hArchList1"/>
    <dgm:cxn modelId="{F7C44A47-2B45-482A-AF7C-96B9722895A7}" type="presParOf" srcId="{6B8DAFBB-9E51-4B5C-8D7A-99E883BB14F7}" destId="{A5420A26-469A-4030-8D19-D3EFF327108D}" srcOrd="1" destOrd="0" presId="urn:microsoft.com/office/officeart/2024/3/layout/hArchList1"/>
    <dgm:cxn modelId="{DAF15BC6-473E-470B-90E2-22647FC576BE}" type="presParOf" srcId="{3A36EE06-1D4A-429D-BAB9-6CB7E2925C99}" destId="{297E31C7-8096-4605-9A5B-40F0FBC1CD86}" srcOrd="1" destOrd="0" presId="urn:microsoft.com/office/officeart/2024/3/layout/hArchList1"/>
    <dgm:cxn modelId="{D1A8BC04-F9DF-4AB2-9D1F-AD31F3290EAE}" type="presParOf" srcId="{3A36EE06-1D4A-429D-BAB9-6CB7E2925C99}" destId="{A8395284-3421-4C09-9801-0819A0C9FAFB}" srcOrd="2" destOrd="0" presId="urn:microsoft.com/office/officeart/2024/3/layout/hArchList1"/>
    <dgm:cxn modelId="{B22721BD-5F32-4D28-9A9E-45D460613F85}" type="presParOf" srcId="{A8395284-3421-4C09-9801-0819A0C9FAFB}" destId="{2D595F6A-F745-4C18-93BE-383E22A253CB}" srcOrd="0" destOrd="0" presId="urn:microsoft.com/office/officeart/2024/3/layout/hArchList1"/>
    <dgm:cxn modelId="{3617B1BC-6686-4C1D-9F82-629D43C5E2B7}" type="presParOf" srcId="{A8395284-3421-4C09-9801-0819A0C9FAFB}" destId="{75F0C142-B8B8-42DD-A94A-3C205E684E52}" srcOrd="1" destOrd="0" presId="urn:microsoft.com/office/officeart/2024/3/layout/hArchList1"/>
    <dgm:cxn modelId="{82978D23-09FB-4EB5-9511-2F2B9843899C}" type="presParOf" srcId="{3A36EE06-1D4A-429D-BAB9-6CB7E2925C99}" destId="{CA5DE7BD-2A4F-4348-9C80-C94FB3AD03BB}" srcOrd="3" destOrd="0" presId="urn:microsoft.com/office/officeart/2024/3/layout/hArchList1"/>
    <dgm:cxn modelId="{CA456DCA-7460-4FAE-99DB-B7AD1DBDB5AE}" type="presParOf" srcId="{3A36EE06-1D4A-429D-BAB9-6CB7E2925C99}" destId="{DED34FC3-1364-4FD8-B985-247ACB147A13}" srcOrd="4" destOrd="0" presId="urn:microsoft.com/office/officeart/2024/3/layout/hArchList1"/>
    <dgm:cxn modelId="{A73889B3-A33E-4A6E-A032-C3FBBDD8E269}" type="presParOf" srcId="{DED34FC3-1364-4FD8-B985-247ACB147A13}" destId="{F82BD56E-AB8F-4719-AE84-852AFFAFF222}" srcOrd="0" destOrd="0" presId="urn:microsoft.com/office/officeart/2024/3/layout/hArchList1"/>
    <dgm:cxn modelId="{D159779B-0555-44A2-8F37-000D09150BB2}" type="presParOf" srcId="{DED34FC3-1364-4FD8-B985-247ACB147A13}" destId="{72539FC9-8D36-4D2A-97A7-B590DD6E95C5}" srcOrd="1" destOrd="0" presId="urn:microsoft.com/office/officeart/2024/3/layout/hArc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663BDC8-7D91-47E2-BF2E-C2CA9A2E8F5D}">
      <dsp:nvSpPr>
        <dsp:cNvPr id="0" name=""/>
        <dsp:cNvSpPr/>
      </dsp:nvSpPr>
      <dsp:spPr>
        <a:xfrm>
          <a:off x="0" y="0"/>
          <a:ext cx="3393281" cy="6078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Complexities of Software Updates</a:t>
          </a:r>
        </a:p>
      </dsp:txBody>
      <dsp:txXfrm>
        <a:off x="0" y="0"/>
        <a:ext cx="3393281" cy="607895"/>
      </dsp:txXfrm>
    </dsp:sp>
    <dsp:sp modelId="{A5420A26-469A-4030-8D19-D3EFF327108D}">
      <dsp:nvSpPr>
        <dsp:cNvPr id="0" name=""/>
        <dsp:cNvSpPr/>
      </dsp:nvSpPr>
      <dsp:spPr>
        <a:xfrm>
          <a:off x="0" y="607895"/>
          <a:ext cx="3393281" cy="168742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Software update streams involve intricate data flows that require careful monitoring for security and reliability.</a:t>
          </a:r>
        </a:p>
      </dsp:txBody>
      <dsp:txXfrm>
        <a:off x="0" y="607895"/>
        <a:ext cx="3393281" cy="1687425"/>
      </dsp:txXfrm>
    </dsp:sp>
    <dsp:sp modelId="{2D595F6A-F745-4C18-93BE-383E22A253CB}">
      <dsp:nvSpPr>
        <dsp:cNvPr id="0" name=""/>
        <dsp:cNvSpPr/>
      </dsp:nvSpPr>
      <dsp:spPr>
        <a:xfrm>
          <a:off x="3732609" y="0"/>
          <a:ext cx="3393281" cy="6078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Machine Learning Anomaly Detection</a:t>
          </a:r>
        </a:p>
      </dsp:txBody>
      <dsp:txXfrm>
        <a:off x="3732609" y="0"/>
        <a:ext cx="3393281" cy="607895"/>
      </dsp:txXfrm>
    </dsp:sp>
    <dsp:sp modelId="{75F0C142-B8B8-42DD-A94A-3C205E684E52}">
      <dsp:nvSpPr>
        <dsp:cNvPr id="0" name=""/>
        <dsp:cNvSpPr/>
      </dsp:nvSpPr>
      <dsp:spPr>
        <a:xfrm>
          <a:off x="3732609" y="607895"/>
          <a:ext cx="3393281" cy="168742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dirty="0"/>
            <a:t>Machine learning techniques enable early detection of irregularities in software update streams, enhancing security.</a:t>
          </a:r>
        </a:p>
      </dsp:txBody>
      <dsp:txXfrm>
        <a:off x="3732609" y="607895"/>
        <a:ext cx="3393281" cy="1687425"/>
      </dsp:txXfrm>
    </dsp:sp>
    <dsp:sp modelId="{F82BD56E-AB8F-4719-AE84-852AFFAFF222}">
      <dsp:nvSpPr>
        <dsp:cNvPr id="0" name=""/>
        <dsp:cNvSpPr/>
      </dsp:nvSpPr>
      <dsp:spPr>
        <a:xfrm>
          <a:off x="7465218" y="0"/>
          <a:ext cx="3393281" cy="6078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Continuous Evaluation and Adaptation</a:t>
          </a:r>
        </a:p>
      </dsp:txBody>
      <dsp:txXfrm>
        <a:off x="7465218" y="0"/>
        <a:ext cx="3393281" cy="607895"/>
      </dsp:txXfrm>
    </dsp:sp>
    <dsp:sp modelId="{72539FC9-8D36-4D2A-97A7-B590DD6E95C5}">
      <dsp:nvSpPr>
        <dsp:cNvPr id="0" name=""/>
        <dsp:cNvSpPr/>
      </dsp:nvSpPr>
      <dsp:spPr>
        <a:xfrm>
          <a:off x="7465218" y="607895"/>
          <a:ext cx="3393281" cy="168742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dirty="0"/>
            <a:t>Ongoing assessment and improvement of detection systems ensure protection against evolving security threats.</a:t>
          </a:r>
        </a:p>
      </dsp:txBody>
      <dsp:txXfrm>
        <a:off x="7465218" y="607895"/>
        <a:ext cx="3393281" cy="1687425"/>
      </dsp:txXfrm>
    </dsp:sp>
  </dsp:spTree>
</dsp:drawing>
</file>

<file path=ppt/diagrams/layout1.xml><?xml version="1.0" encoding="utf-8"?>
<dgm:layoutDef xmlns:dgm="http://schemas.openxmlformats.org/drawingml/2006/diagram" xmlns:a="http://schemas.openxmlformats.org/drawingml/2006/main" uniqueId="urn:microsoft.com/office/officeart/2024/3/layout/hArchList1">
  <dgm:title val="Horizontal Text Blocks"/>
  <dgm:desc val="Short bits of text with formatted headers. Use as an easier-to-read alternative to a bulleted list."/>
  <dgm:catLst>
    <dgm:cat type="list" pri="100"/>
    <dgm:cat type="timeline" pri="500"/>
    <dgm:cat type="process" pri="6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vertAlign" val="t"/>
          <dgm:param type="horzAlign" val="l"/>
        </dgm:alg>
      </dgm:if>
      <dgm:else name="Name3">
        <dgm:alg type="lin">
          <dgm:param type="vertAlign" val="t"/>
          <dgm:param type="horzAlign" val="r"/>
        </dgm:alg>
      </dgm:else>
    </dgm:choose>
    <dgm:presOf/>
    <dgm:constrLst>
      <dgm:constr type="primFontSz" for="des" forName="pictRect" op="equ" val="18"/>
      <dgm:constr type="primFontSz" for="des" forName="textRect" refType="primFontSz" refFor="des" refForName="pictRect" op="equ" fact="0.77"/>
      <dgm:constr type="w" for="ch" forName="compNode" refType="w"/>
      <dgm:constr type="h" for="ch" forName="compNode" refType="h"/>
      <dgm:constr type="h" for="des" forName="pictRect" op="equ"/>
      <dgm:constr type="h" for="des" forName="pictRect" refType="primFontSz" refFor="des" refForName="pictRect" fact="3"/>
      <dgm:constr type="w" for="ch" ptType="sibTrans" refType="w" refFor="ch" refForName="compNode" op="equ" fact="0.1"/>
      <dgm:constr type="sp" refType="w" refFor="ch" refForName="compNode" op="equ" fact="0.1"/>
    </dgm:constrLst>
    <dgm:ruleLst/>
    <dgm:forEach name="Name4" axis="ch" ptType="node" cnt="20">
      <dgm:layoutNode name="compNode">
        <dgm:alg type="composite"/>
        <dgm:shape xmlns:r="http://schemas.openxmlformats.org/officeDocument/2006/relationships" r:blip="">
          <dgm:adjLst/>
        </dgm:shape>
        <dgm:presOf axis="self"/>
        <dgm:constrLst>
          <dgm:constr type="h" for="ch" forName="pictRect" refType="h" fact="0.1"/>
          <dgm:constr type="l" for="ch" forName="pictRect"/>
          <dgm:constr type="t" for="ch" forName="pictRect"/>
          <dgm:constr type="l" for="ch" forName="textRect"/>
          <dgm:constr type="t" for="ch" forName="textRect" refType="b" refFor="ch" refForName="pictRect"/>
        </dgm:constrLst>
        <dgm:ruleLst/>
        <dgm:layoutNode name="pictRect" styleLbl="revTx">
          <dgm:varLst>
            <dgm:chMax val="0"/>
            <dgm:bulletEnabled/>
          </dgm:varLst>
          <dgm:alg type="tx">
            <dgm:param type="parTxLTRAlign" val="l"/>
            <dgm:param type="parTxRTLAlign" val="r"/>
            <dgm:param type="txAnchorVert" val="t"/>
          </dgm:alg>
          <dgm:shape xmlns:r="http://schemas.openxmlformats.org/officeDocument/2006/relationships" type="rect" r:blip="">
            <dgm:adjLst/>
          </dgm:shape>
          <dgm:presOf axis="self"/>
          <dgm:choose name="choosePictRectConstraints">
            <dgm:if name="ifPictRectConstraints" func="var" arg="dir" op="equ" val="norm">
              <dgm:constrLst>
                <dgm:constr type="h" refType="w" op="lte" fact="0.4"/>
                <dgm:constr type="lMarg" val="10.8"/>
                <dgm:constr type="rMarg" refType="primFontSz" fact="0.1"/>
                <dgm:constr type="tMarg" refType="primFontSz" fact="0.1"/>
                <dgm:constr type="bMarg" refType="primFontSz" fact="0.1"/>
              </dgm:constrLst>
            </dgm:if>
            <dgm:else name="elsePictRectConstraints">
              <dgm:constrLst>
                <dgm:constr type="lMarg" refType="primFontSz" fact="0.1"/>
                <dgm:constr type="rMarg" val="10.8"/>
                <dgm:constr type="tMarg" refType="primFontSz" fact="0.1"/>
                <dgm:constr type="bMarg" refType="primFontSz" fact="0.1"/>
              </dgm:constrLst>
            </dgm:else>
          </dgm:choose>
          <dgm:ruleLst>
            <dgm:rule type="h" val="INF" fact="NaN" max="NaN"/>
            <dgm:rule type="primFontSz" val="5" fact="NaN" max="NaN"/>
          </dgm:ruleLst>
        </dgm:layoutNode>
        <dgm:layoutNode name="textRect" styleLbl="revTx">
          <dgm:varLst>
            <dgm:bulletEnabled/>
          </dgm:varLst>
          <dgm:alg type="tx">
            <dgm:param type="parTxLTRAlign" val="l"/>
            <dgm:param type="parTxRTLAlign" val="r"/>
            <dgm:param type="txAnchorVert" val="t"/>
          </dgm:alg>
          <dgm:shape xmlns:r="http://schemas.openxmlformats.org/officeDocument/2006/relationships" type="rect" r:blip="">
            <dgm:adjLst/>
          </dgm:shape>
          <dgm:presOf axis="des" ptType="node"/>
          <dgm:choose name="chooseTextRectConstraints">
            <dgm:if name="ifTextRectConstraints" func="var" arg="dir" op="equ" val="norm">
              <dgm:constrLst>
                <dgm:constr type="lMarg" val="10.8"/>
                <dgm:constr type="rMarg" refType="primFontSz" fact="0.1"/>
                <dgm:constr type="tMarg" refType="primFontSz" fact="0.1"/>
                <dgm:constr type="bMarg" refType="primFontSz" fact="0.1"/>
              </dgm:constrLst>
            </dgm:if>
            <dgm:else name="elseTextRectConstraints">
              <dgm:constrLst>
                <dgm:constr type="lMarg" refType="primFontSz" fact="0.1"/>
                <dgm:constr type="rMarg" val="10.8"/>
                <dgm:constr type="tMarg" refType="primFontSz" fact="0.1"/>
                <dgm:constr type="bMarg" refType="primFontSz" fact="0.1"/>
              </dgm:constrLst>
            </dgm:else>
          </dgm:choose>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00A3946-A5B4-46AB-AC30-61C74272204F}" type="datetimeFigureOut">
              <a:t>11/30/2025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FECE42E-2AE6-4431-9D22-0AE58ECE5841}" type="slidenum">
              <a:t>‹#›</a:t>
            </a:fld>
            <a:endParaRPr lang="en-US"/>
          </a:p>
        </p:txBody>
      </p:sp>
    </p:spTree>
    <p:extLst>
      <p:ext uri="{BB962C8B-B14F-4D97-AF65-F5344CB8AC3E}">
        <p14:creationId xmlns:p14="http://schemas.microsoft.com/office/powerpoint/2010/main" val="42001371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AI-generated content may be incorrect.
---
</a:t>
            </a:r>
          </a:p>
        </p:txBody>
      </p:sp>
      <p:sp>
        <p:nvSpPr>
          <p:cNvPr id="4" name="Slide Number Placeholder 3"/>
          <p:cNvSpPr>
            <a:spLocks noGrp="1"/>
          </p:cNvSpPr>
          <p:nvPr>
            <p:ph type="sldNum" sz="quarter" idx="5"/>
          </p:nvPr>
        </p:nvSpPr>
        <p:spPr/>
        <p:txBody>
          <a:bodyPr/>
          <a:lstStyle/>
          <a:p>
            <a:fld id="{9FECE42E-2AE6-4431-9D22-0AE58ECE5841}" type="slidenum">
              <a:rPr lang="en-US" smtClean="0"/>
              <a:t>1</a:t>
            </a:fld>
            <a:endParaRPr lang="en-US"/>
          </a:p>
        </p:txBody>
      </p:sp>
    </p:spTree>
    <p:extLst>
      <p:ext uri="{BB962C8B-B14F-4D97-AF65-F5344CB8AC3E}">
        <p14:creationId xmlns:p14="http://schemas.microsoft.com/office/powerpoint/2010/main" val="135183787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Introduction to Software Update Streams
 Defining Anomalies in Software Update Data
 Machine Learning Techniques for Anomaly Detection
 Advanced Data Analysis Strategies
 Implementation and Evaluation of Detection Systems</a:t>
            </a:r>
          </a:p>
        </p:txBody>
      </p:sp>
      <p:sp>
        <p:nvSpPr>
          <p:cNvPr id="4" name="Slide Number Placeholder 3"/>
          <p:cNvSpPr>
            <a:spLocks noGrp="1"/>
          </p:cNvSpPr>
          <p:nvPr>
            <p:ph type="sldNum" sz="quarter" idx="5"/>
          </p:nvPr>
        </p:nvSpPr>
        <p:spPr/>
        <p:txBody>
          <a:bodyPr/>
          <a:lstStyle/>
          <a:p>
            <a:fld id="{9FECE42E-2AE6-4431-9D22-0AE58ECE5841}" type="slidenum">
              <a:rPr lang="en-US" smtClean="0"/>
              <a:t>2</a:t>
            </a:fld>
            <a:endParaRPr lang="en-US"/>
          </a:p>
        </p:txBody>
      </p:sp>
    </p:spTree>
    <p:extLst>
      <p:ext uri="{BB962C8B-B14F-4D97-AF65-F5344CB8AC3E}">
        <p14:creationId xmlns:p14="http://schemas.microsoft.com/office/powerpoint/2010/main" val="76719103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Understanding Software Update Processes, Types of Data Generated in Update Streams, Common Challenges in Managing Update Streams</a:t>
            </a:r>
          </a:p>
        </p:txBody>
      </p:sp>
      <p:sp>
        <p:nvSpPr>
          <p:cNvPr id="4" name="Slide Number Placeholder 3"/>
          <p:cNvSpPr>
            <a:spLocks noGrp="1"/>
          </p:cNvSpPr>
          <p:nvPr>
            <p:ph type="sldNum" sz="quarter" idx="5"/>
          </p:nvPr>
        </p:nvSpPr>
        <p:spPr/>
        <p:txBody>
          <a:bodyPr/>
          <a:lstStyle/>
          <a:p>
            <a:fld id="{9FECE42E-2AE6-4431-9D22-0AE58ECE5841}" type="slidenum">
              <a:rPr lang="en-US" smtClean="0"/>
              <a:t>3</a:t>
            </a:fld>
            <a:endParaRPr lang="en-US"/>
          </a:p>
        </p:txBody>
      </p:sp>
    </p:spTree>
    <p:extLst>
      <p:ext uri="{BB962C8B-B14F-4D97-AF65-F5344CB8AC3E}">
        <p14:creationId xmlns:p14="http://schemas.microsoft.com/office/powerpoint/2010/main" val="142035441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Software update processes encompass periodic or continuous distribution of software patches, security fixes, and functional enhancements to client systems. These processes involve multiple stages including packaging, dissemination, installation, and verification. Modern software ecosystems increasingly rely on continuous delivery and deployment models, generating complex data streams representing update events that capture timestamps, version metadata, success/failure status, and device identifiers. Understanding these core processes is foundational to identifying normal versus anomalous update behaviors.
Image source: AI-generated
</a:t>
            </a:r>
          </a:p>
        </p:txBody>
      </p:sp>
      <p:sp>
        <p:nvSpPr>
          <p:cNvPr id="4" name="Slide Number Placeholder 3"/>
          <p:cNvSpPr>
            <a:spLocks noGrp="1"/>
          </p:cNvSpPr>
          <p:nvPr>
            <p:ph type="sldNum" sz="quarter" idx="5"/>
          </p:nvPr>
        </p:nvSpPr>
        <p:spPr/>
        <p:txBody>
          <a:bodyPr/>
          <a:lstStyle/>
          <a:p>
            <a:fld id="{9FECE42E-2AE6-4431-9D22-0AE58ECE5841}" type="slidenum">
              <a:rPr lang="en-US" smtClean="0"/>
              <a:t>4</a:t>
            </a:fld>
            <a:endParaRPr lang="en-US"/>
          </a:p>
        </p:txBody>
      </p:sp>
    </p:spTree>
    <p:extLst>
      <p:ext uri="{BB962C8B-B14F-4D97-AF65-F5344CB8AC3E}">
        <p14:creationId xmlns:p14="http://schemas.microsoft.com/office/powerpoint/2010/main" val="284314731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Update streams produce rich data types including event logs (timestamps, version numbers, error codes), performance metrics (download speed, install duration), and system states (pre- and post-update hardware/software conditions). Additionally, telemetry on network conditions and user interactions may be captured. This multidimensional data is time-series in nature and often voluminous, necessitating efficient storage and processing systems. Variability in data types and quality impacts the ability to accurately detect anomalies.
Image source: AI-generated
</a:t>
            </a:r>
          </a:p>
        </p:txBody>
      </p:sp>
      <p:sp>
        <p:nvSpPr>
          <p:cNvPr id="4" name="Slide Number Placeholder 3"/>
          <p:cNvSpPr>
            <a:spLocks noGrp="1"/>
          </p:cNvSpPr>
          <p:nvPr>
            <p:ph type="sldNum" sz="quarter" idx="5"/>
          </p:nvPr>
        </p:nvSpPr>
        <p:spPr/>
        <p:txBody>
          <a:bodyPr/>
          <a:lstStyle/>
          <a:p>
            <a:fld id="{9FECE42E-2AE6-4431-9D22-0AE58ECE5841}" type="slidenum">
              <a:rPr lang="en-US" smtClean="0"/>
              <a:t>5</a:t>
            </a:fld>
            <a:endParaRPr lang="en-US"/>
          </a:p>
        </p:txBody>
      </p:sp>
    </p:spTree>
    <p:extLst>
      <p:ext uri="{BB962C8B-B14F-4D97-AF65-F5344CB8AC3E}">
        <p14:creationId xmlns:p14="http://schemas.microsoft.com/office/powerpoint/2010/main" val="253583744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Major challenges include maintaining data integrity amidst high-volume rapid updates, handling multi-source heterogeneous data formats, and coping with noise and missing data. Moreover, identifying subtle irregularities in large-scale continuous streams is complex due to evolving software versions and environments inducing concept drift. Ensuring timely anomaly detection without excessive false alerts is critical to minimizing disruptions in update delivery and system stability.
Image source: AI-generated
</a:t>
            </a:r>
          </a:p>
        </p:txBody>
      </p:sp>
      <p:sp>
        <p:nvSpPr>
          <p:cNvPr id="4" name="Slide Number Placeholder 3"/>
          <p:cNvSpPr>
            <a:spLocks noGrp="1"/>
          </p:cNvSpPr>
          <p:nvPr>
            <p:ph type="sldNum" sz="quarter" idx="5"/>
          </p:nvPr>
        </p:nvSpPr>
        <p:spPr/>
        <p:txBody>
          <a:bodyPr/>
          <a:lstStyle/>
          <a:p>
            <a:fld id="{9FECE42E-2AE6-4431-9D22-0AE58ECE5841}" type="slidenum">
              <a:rPr lang="en-US" smtClean="0"/>
              <a:t>6</a:t>
            </a:fld>
            <a:endParaRPr lang="en-US"/>
          </a:p>
        </p:txBody>
      </p:sp>
    </p:spTree>
    <p:extLst>
      <p:ext uri="{BB962C8B-B14F-4D97-AF65-F5344CB8AC3E}">
        <p14:creationId xmlns:p14="http://schemas.microsoft.com/office/powerpoint/2010/main" val="99260360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What Constitutes an Anomaly in Update Streams, Examples of Real-World Irregularities, Potential Consequences of Undetected Anomalies</a:t>
            </a:r>
          </a:p>
        </p:txBody>
      </p:sp>
      <p:sp>
        <p:nvSpPr>
          <p:cNvPr id="4" name="Slide Number Placeholder 3"/>
          <p:cNvSpPr>
            <a:spLocks noGrp="1"/>
          </p:cNvSpPr>
          <p:nvPr>
            <p:ph type="sldNum" sz="quarter" idx="5"/>
          </p:nvPr>
        </p:nvSpPr>
        <p:spPr/>
        <p:txBody>
          <a:bodyPr/>
          <a:lstStyle/>
          <a:p>
            <a:fld id="{9FECE42E-2AE6-4431-9D22-0AE58ECE5841}" type="slidenum">
              <a:rPr lang="en-US" smtClean="0"/>
              <a:t>7</a:t>
            </a:fld>
            <a:endParaRPr lang="en-US"/>
          </a:p>
        </p:txBody>
      </p:sp>
    </p:spTree>
    <p:extLst>
      <p:ext uri="{BB962C8B-B14F-4D97-AF65-F5344CB8AC3E}">
        <p14:creationId xmlns:p14="http://schemas.microsoft.com/office/powerpoint/2010/main" val="206948900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Anomalies are data points or patterns in update streams that deviate significantly from established normal behaviors. These may manifest as unexpected delays, abnormal error rates, version inconsistencies, or unusual usage patterns. Definition varies by context—statistical outliers, protocol violations, or behavior inconsistent with historical trends. Clear delineation between noise and true anomalies is essential for effective detection and response.
Image source: AI-generated
</a:t>
            </a:r>
          </a:p>
        </p:txBody>
      </p:sp>
      <p:sp>
        <p:nvSpPr>
          <p:cNvPr id="4" name="Slide Number Placeholder 3"/>
          <p:cNvSpPr>
            <a:spLocks noGrp="1"/>
          </p:cNvSpPr>
          <p:nvPr>
            <p:ph type="sldNum" sz="quarter" idx="5"/>
          </p:nvPr>
        </p:nvSpPr>
        <p:spPr/>
        <p:txBody>
          <a:bodyPr/>
          <a:lstStyle/>
          <a:p>
            <a:fld id="{9FECE42E-2AE6-4431-9D22-0AE58ECE5841}" type="slidenum">
              <a:rPr lang="en-US" smtClean="0"/>
              <a:t>8</a:t>
            </a:fld>
            <a:endParaRPr lang="en-US"/>
          </a:p>
        </p:txBody>
      </p:sp>
    </p:spTree>
    <p:extLst>
      <p:ext uri="{BB962C8B-B14F-4D97-AF65-F5344CB8AC3E}">
        <p14:creationId xmlns:p14="http://schemas.microsoft.com/office/powerpoint/2010/main" val="207241568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
Real-world anomalies include sudden spikes in failed installations possibly indicating corrupted update packages, version rollback occurrences signifying update conflicts, and unusual geographical distribution of update failures that may reflect regional network issues or targeted attacks. Additionally, persistent deviations in update durations or resource consumption can indicate performance regressions or malware interference.
Image source: AI-generated
</a:t>
            </a:r>
          </a:p>
        </p:txBody>
      </p:sp>
      <p:sp>
        <p:nvSpPr>
          <p:cNvPr id="4" name="Slide Number Placeholder 3"/>
          <p:cNvSpPr>
            <a:spLocks noGrp="1"/>
          </p:cNvSpPr>
          <p:nvPr>
            <p:ph type="sldNum" sz="quarter" idx="5"/>
          </p:nvPr>
        </p:nvSpPr>
        <p:spPr/>
        <p:txBody>
          <a:bodyPr/>
          <a:lstStyle/>
          <a:p>
            <a:fld id="{9FECE42E-2AE6-4431-9D22-0AE58ECE5841}" type="slidenum">
              <a:rPr lang="en-US" smtClean="0"/>
              <a:t>9</a:t>
            </a:fld>
            <a:endParaRPr lang="en-US"/>
          </a:p>
        </p:txBody>
      </p:sp>
    </p:spTree>
    <p:extLst>
      <p:ext uri="{BB962C8B-B14F-4D97-AF65-F5344CB8AC3E}">
        <p14:creationId xmlns:p14="http://schemas.microsoft.com/office/powerpoint/2010/main" val="87681542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Failing to detect anomalies in update streams can result in widespread deployment of faulty software leading to system instability, security vulnerabilities, degraded user experience, and financial losses. Undetected irregularities can propagate through interconnected systems causing cascading failures. Moreover, lack of early identification impairs incident response and remedial action, extending downtime and reputational damage.
Image source: AI-generated
</a:t>
            </a:r>
          </a:p>
        </p:txBody>
      </p:sp>
      <p:sp>
        <p:nvSpPr>
          <p:cNvPr id="4" name="Slide Number Placeholder 3"/>
          <p:cNvSpPr>
            <a:spLocks noGrp="1"/>
          </p:cNvSpPr>
          <p:nvPr>
            <p:ph type="sldNum" sz="quarter" idx="5"/>
          </p:nvPr>
        </p:nvSpPr>
        <p:spPr/>
        <p:txBody>
          <a:bodyPr/>
          <a:lstStyle/>
          <a:p>
            <a:fld id="{9FECE42E-2AE6-4431-9D22-0AE58ECE5841}" type="slidenum">
              <a:rPr lang="en-US" smtClean="0"/>
              <a:t>10</a:t>
            </a:fld>
            <a:endParaRPr lang="en-US"/>
          </a:p>
        </p:txBody>
      </p:sp>
    </p:spTree>
    <p:extLst>
      <p:ext uri="{BB962C8B-B14F-4D97-AF65-F5344CB8AC3E}">
        <p14:creationId xmlns:p14="http://schemas.microsoft.com/office/powerpoint/2010/main" val="2803011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Overview of Supervised Vs. Unsupervised Approaches, Popular Algorithms: Isolation Forest, Autoencoders, and Clustering Methods, Feature Engineering and Data Preprocessing for Update Streams</a:t>
            </a:r>
          </a:p>
        </p:txBody>
      </p:sp>
      <p:sp>
        <p:nvSpPr>
          <p:cNvPr id="4" name="Slide Number Placeholder 3"/>
          <p:cNvSpPr>
            <a:spLocks noGrp="1"/>
          </p:cNvSpPr>
          <p:nvPr>
            <p:ph type="sldNum" sz="quarter" idx="5"/>
          </p:nvPr>
        </p:nvSpPr>
        <p:spPr/>
        <p:txBody>
          <a:bodyPr/>
          <a:lstStyle/>
          <a:p>
            <a:fld id="{9FECE42E-2AE6-4431-9D22-0AE58ECE5841}" type="slidenum">
              <a:rPr lang="en-US" smtClean="0"/>
              <a:t>11</a:t>
            </a:fld>
            <a:endParaRPr lang="en-US"/>
          </a:p>
        </p:txBody>
      </p:sp>
    </p:spTree>
    <p:extLst>
      <p:ext uri="{BB962C8B-B14F-4D97-AF65-F5344CB8AC3E}">
        <p14:creationId xmlns:p14="http://schemas.microsoft.com/office/powerpoint/2010/main" val="18068158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Supervised learning requires labeled datasets indicating normal and anomalous states, enabling models to classify future samples effectively but demands extensive labeled data that may be scarce or costly. Unsupervised techniques operate without labels by modeling normal behavior and identifying deviations, making them suitable for novel anomaly discovery in evolving environments. Semi-supervised methods combine both to leverage limited labels and abundant unlabeled data for improved accuracy.
Image source: AI-generated
</a:t>
            </a:r>
          </a:p>
        </p:txBody>
      </p:sp>
      <p:sp>
        <p:nvSpPr>
          <p:cNvPr id="4" name="Slide Number Placeholder 3"/>
          <p:cNvSpPr>
            <a:spLocks noGrp="1"/>
          </p:cNvSpPr>
          <p:nvPr>
            <p:ph type="sldNum" sz="quarter" idx="5"/>
          </p:nvPr>
        </p:nvSpPr>
        <p:spPr/>
        <p:txBody>
          <a:bodyPr/>
          <a:lstStyle/>
          <a:p>
            <a:fld id="{9FECE42E-2AE6-4431-9D22-0AE58ECE5841}" type="slidenum">
              <a:rPr lang="en-US" smtClean="0"/>
              <a:t>12</a:t>
            </a:fld>
            <a:endParaRPr lang="en-US"/>
          </a:p>
        </p:txBody>
      </p:sp>
    </p:spTree>
    <p:extLst>
      <p:ext uri="{BB962C8B-B14F-4D97-AF65-F5344CB8AC3E}">
        <p14:creationId xmlns:p14="http://schemas.microsoft.com/office/powerpoint/2010/main" val="392641615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Isolation Forest isolates anomalies through random partitioning and is effective for high-dimensional data with linear time complexity. Autoencoders, deep neural networks trained to reconstruct inputs, detect anomalies by reconstruction error deviations. Clustering-based methods identify outliers by measuring data points far from cluster centroids or small isolated clusters. Each algorithm offers tradeoffs in interpretability, computational cost, and detection sensitivity relevant to update stream characteristics.
Image source: AI-generated
</a:t>
            </a:r>
          </a:p>
        </p:txBody>
      </p:sp>
      <p:sp>
        <p:nvSpPr>
          <p:cNvPr id="4" name="Slide Number Placeholder 3"/>
          <p:cNvSpPr>
            <a:spLocks noGrp="1"/>
          </p:cNvSpPr>
          <p:nvPr>
            <p:ph type="sldNum" sz="quarter" idx="5"/>
          </p:nvPr>
        </p:nvSpPr>
        <p:spPr/>
        <p:txBody>
          <a:bodyPr/>
          <a:lstStyle/>
          <a:p>
            <a:fld id="{9FECE42E-2AE6-4431-9D22-0AE58ECE5841}" type="slidenum">
              <a:rPr lang="en-US" smtClean="0"/>
              <a:t>13</a:t>
            </a:fld>
            <a:endParaRPr lang="en-US"/>
          </a:p>
        </p:txBody>
      </p:sp>
    </p:spTree>
    <p:extLst>
      <p:ext uri="{BB962C8B-B14F-4D97-AF65-F5344CB8AC3E}">
        <p14:creationId xmlns:p14="http://schemas.microsoft.com/office/powerpoint/2010/main" val="422689310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Quality anomaly detection critically depends on extracting informative features such as time intervals between updates, success ratios, error code distributions, and resource usage statistics. Preprocessing steps include handling missing data, normalization, encoding categorical variables, and temporal smoothing. Feature selection and dimensionality reduction techniques help mitigate the curse of dimensionality and improve algorithm performance on high-velocity update stream data.
Image source: AI-generated
</a:t>
            </a:r>
          </a:p>
        </p:txBody>
      </p:sp>
      <p:sp>
        <p:nvSpPr>
          <p:cNvPr id="4" name="Slide Number Placeholder 3"/>
          <p:cNvSpPr>
            <a:spLocks noGrp="1"/>
          </p:cNvSpPr>
          <p:nvPr>
            <p:ph type="sldNum" sz="quarter" idx="5"/>
          </p:nvPr>
        </p:nvSpPr>
        <p:spPr/>
        <p:txBody>
          <a:bodyPr/>
          <a:lstStyle/>
          <a:p>
            <a:fld id="{9FECE42E-2AE6-4431-9D22-0AE58ECE5841}" type="slidenum">
              <a:rPr lang="en-US" smtClean="0"/>
              <a:t>14</a:t>
            </a:fld>
            <a:endParaRPr lang="en-US"/>
          </a:p>
        </p:txBody>
      </p:sp>
    </p:spTree>
    <p:extLst>
      <p:ext uri="{BB962C8B-B14F-4D97-AF65-F5344CB8AC3E}">
        <p14:creationId xmlns:p14="http://schemas.microsoft.com/office/powerpoint/2010/main" val="177642959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Time-Series Analysis and Monitoring, Use of Statistical Models and Thresholds, Integration of Domain Knowledge Into Anomaly Detection</a:t>
            </a:r>
          </a:p>
        </p:txBody>
      </p:sp>
      <p:sp>
        <p:nvSpPr>
          <p:cNvPr id="4" name="Slide Number Placeholder 3"/>
          <p:cNvSpPr>
            <a:spLocks noGrp="1"/>
          </p:cNvSpPr>
          <p:nvPr>
            <p:ph type="sldNum" sz="quarter" idx="5"/>
          </p:nvPr>
        </p:nvSpPr>
        <p:spPr/>
        <p:txBody>
          <a:bodyPr/>
          <a:lstStyle/>
          <a:p>
            <a:fld id="{9FECE42E-2AE6-4431-9D22-0AE58ECE5841}" type="slidenum">
              <a:rPr lang="en-US" smtClean="0"/>
              <a:t>15</a:t>
            </a:fld>
            <a:endParaRPr lang="en-US"/>
          </a:p>
        </p:txBody>
      </p:sp>
    </p:spTree>
    <p:extLst>
      <p:ext uri="{BB962C8B-B14F-4D97-AF65-F5344CB8AC3E}">
        <p14:creationId xmlns:p14="http://schemas.microsoft.com/office/powerpoint/2010/main" val="390657733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Time-series analysis techniques like ARIMA, seasonal decomposition, and sliding window models help capture temporal dependencies and seasonal update patterns. Continuous monitoring with adaptive thresholds permits real-time detection of deviations from expected update behaviors. Visualization dashboards can illustrate temporal trends to aid directed investigations and preventive measures.
Image source: AI-generated
</a:t>
            </a:r>
          </a:p>
        </p:txBody>
      </p:sp>
      <p:sp>
        <p:nvSpPr>
          <p:cNvPr id="4" name="Slide Number Placeholder 3"/>
          <p:cNvSpPr>
            <a:spLocks noGrp="1"/>
          </p:cNvSpPr>
          <p:nvPr>
            <p:ph type="sldNum" sz="quarter" idx="5"/>
          </p:nvPr>
        </p:nvSpPr>
        <p:spPr/>
        <p:txBody>
          <a:bodyPr/>
          <a:lstStyle/>
          <a:p>
            <a:fld id="{9FECE42E-2AE6-4431-9D22-0AE58ECE5841}" type="slidenum">
              <a:rPr lang="en-US" smtClean="0"/>
              <a:t>16</a:t>
            </a:fld>
            <a:endParaRPr lang="en-US"/>
          </a:p>
        </p:txBody>
      </p:sp>
    </p:spTree>
    <p:extLst>
      <p:ext uri="{BB962C8B-B14F-4D97-AF65-F5344CB8AC3E}">
        <p14:creationId xmlns:p14="http://schemas.microsoft.com/office/powerpoint/2010/main" val="309056263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Statistical models establish normative behavior distributions enabling detection of anomalies beyond confidence intervals. Techniques such as z-score, moving averages, and probabilistic models define dynamic thresholds to distinguish significant deviations. Proper calibration balances sensitivity and false positives to optimize detection efficacy in noisy update data.
Image source: AI-generated
</a:t>
            </a:r>
          </a:p>
        </p:txBody>
      </p:sp>
      <p:sp>
        <p:nvSpPr>
          <p:cNvPr id="4" name="Slide Number Placeholder 3"/>
          <p:cNvSpPr>
            <a:spLocks noGrp="1"/>
          </p:cNvSpPr>
          <p:nvPr>
            <p:ph type="sldNum" sz="quarter" idx="5"/>
          </p:nvPr>
        </p:nvSpPr>
        <p:spPr/>
        <p:txBody>
          <a:bodyPr/>
          <a:lstStyle/>
          <a:p>
            <a:fld id="{9FECE42E-2AE6-4431-9D22-0AE58ECE5841}" type="slidenum">
              <a:rPr lang="en-US" smtClean="0"/>
              <a:t>17</a:t>
            </a:fld>
            <a:endParaRPr lang="en-US"/>
          </a:p>
        </p:txBody>
      </p:sp>
    </p:spTree>
    <p:extLst>
      <p:ext uri="{BB962C8B-B14F-4D97-AF65-F5344CB8AC3E}">
        <p14:creationId xmlns:p14="http://schemas.microsoft.com/office/powerpoint/2010/main" val="176189709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Incorporating expert knowledge on software versioning policies, update protocols, and common failure modes enhances detection by contextualizing anomalies and prioritizing high-risk events. Hybrid systems combining automated detection with rule-based filters improve precision. Domain knowledge also informs feature engineering and the interpretation of detected anomalies for effective operational response.
Image source: AI-generated
</a:t>
            </a:r>
          </a:p>
        </p:txBody>
      </p:sp>
      <p:sp>
        <p:nvSpPr>
          <p:cNvPr id="4" name="Slide Number Placeholder 3"/>
          <p:cNvSpPr>
            <a:spLocks noGrp="1"/>
          </p:cNvSpPr>
          <p:nvPr>
            <p:ph type="sldNum" sz="quarter" idx="5"/>
          </p:nvPr>
        </p:nvSpPr>
        <p:spPr/>
        <p:txBody>
          <a:bodyPr/>
          <a:lstStyle/>
          <a:p>
            <a:fld id="{9FECE42E-2AE6-4431-9D22-0AE58ECE5841}" type="slidenum">
              <a:rPr lang="en-US" smtClean="0"/>
              <a:t>18</a:t>
            </a:fld>
            <a:endParaRPr lang="en-US"/>
          </a:p>
        </p:txBody>
      </p:sp>
    </p:spTree>
    <p:extLst>
      <p:ext uri="{BB962C8B-B14F-4D97-AF65-F5344CB8AC3E}">
        <p14:creationId xmlns:p14="http://schemas.microsoft.com/office/powerpoint/2010/main" val="168028848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Building a Machine Learning Pipeline for Anomaly Detection, Validation Metrics and Performance Evaluation, Case Studies and Lessons Learned</a:t>
            </a:r>
          </a:p>
        </p:txBody>
      </p:sp>
      <p:sp>
        <p:nvSpPr>
          <p:cNvPr id="4" name="Slide Number Placeholder 3"/>
          <p:cNvSpPr>
            <a:spLocks noGrp="1"/>
          </p:cNvSpPr>
          <p:nvPr>
            <p:ph type="sldNum" sz="quarter" idx="5"/>
          </p:nvPr>
        </p:nvSpPr>
        <p:spPr/>
        <p:txBody>
          <a:bodyPr/>
          <a:lstStyle/>
          <a:p>
            <a:fld id="{9FECE42E-2AE6-4431-9D22-0AE58ECE5841}" type="slidenum">
              <a:rPr lang="en-US" smtClean="0"/>
              <a:t>19</a:t>
            </a:fld>
            <a:endParaRPr lang="en-US"/>
          </a:p>
        </p:txBody>
      </p:sp>
    </p:spTree>
    <p:extLst>
      <p:ext uri="{BB962C8B-B14F-4D97-AF65-F5344CB8AC3E}">
        <p14:creationId xmlns:p14="http://schemas.microsoft.com/office/powerpoint/2010/main" val="275780080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An end-to-end pipeline includes data ingestion from update streams, preprocessing, feature extraction, model training or updating, anomaly scoring, and alert generation. Automation, scalability, and fault tolerance are critical design factors for production deployment. Continuous integration of feedback and retraining addresses evolving update patterns and concept drift.
Image source: AI-generated
</a:t>
            </a:r>
          </a:p>
        </p:txBody>
      </p:sp>
      <p:sp>
        <p:nvSpPr>
          <p:cNvPr id="4" name="Slide Number Placeholder 3"/>
          <p:cNvSpPr>
            <a:spLocks noGrp="1"/>
          </p:cNvSpPr>
          <p:nvPr>
            <p:ph type="sldNum" sz="quarter" idx="5"/>
          </p:nvPr>
        </p:nvSpPr>
        <p:spPr/>
        <p:txBody>
          <a:bodyPr/>
          <a:lstStyle/>
          <a:p>
            <a:fld id="{9FECE42E-2AE6-4431-9D22-0AE58ECE5841}" type="slidenum">
              <a:rPr lang="en-US" smtClean="0"/>
              <a:t>20</a:t>
            </a:fld>
            <a:endParaRPr lang="en-US"/>
          </a:p>
        </p:txBody>
      </p:sp>
    </p:spTree>
    <p:extLst>
      <p:ext uri="{BB962C8B-B14F-4D97-AF65-F5344CB8AC3E}">
        <p14:creationId xmlns:p14="http://schemas.microsoft.com/office/powerpoint/2010/main" val="376980536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Standard metrics such as precision, recall, F1-score, ROC-AUC, and confusion matrices assess detection quality. For imbalanced anomaly datasets, metrics that emphasize minority class detection (e.g., recall and F1) are prioritized. Cross-validation, temporal validation splits, and real-world testing ensure robustness and generalization of detection systems.
Image source: AI-generated
</a:t>
            </a:r>
          </a:p>
        </p:txBody>
      </p:sp>
      <p:sp>
        <p:nvSpPr>
          <p:cNvPr id="4" name="Slide Number Placeholder 3"/>
          <p:cNvSpPr>
            <a:spLocks noGrp="1"/>
          </p:cNvSpPr>
          <p:nvPr>
            <p:ph type="sldNum" sz="quarter" idx="5"/>
          </p:nvPr>
        </p:nvSpPr>
        <p:spPr/>
        <p:txBody>
          <a:bodyPr/>
          <a:lstStyle/>
          <a:p>
            <a:fld id="{9FECE42E-2AE6-4431-9D22-0AE58ECE5841}" type="slidenum">
              <a:rPr lang="en-US" smtClean="0"/>
              <a:t>21</a:t>
            </a:fld>
            <a:endParaRPr lang="en-US"/>
          </a:p>
        </p:txBody>
      </p:sp>
    </p:spTree>
    <p:extLst>
      <p:ext uri="{BB962C8B-B14F-4D97-AF65-F5344CB8AC3E}">
        <p14:creationId xmlns:p14="http://schemas.microsoft.com/office/powerpoint/2010/main" val="308532138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Case studies reveal practical insights such as the importance of domain-specific customization, handling concept drift, and managing false alarm rates. Real deployments highlight tradeoffs between detection speed and accuracy and underscore the value of integrating human-in-the-loop feedback. Lessons learned also emphasize the need for comprehensive monitoring and adaptive models in dynamic software update environments.
Image source: AI-generated
</a:t>
            </a:r>
          </a:p>
        </p:txBody>
      </p:sp>
      <p:sp>
        <p:nvSpPr>
          <p:cNvPr id="4" name="Slide Number Placeholder 3"/>
          <p:cNvSpPr>
            <a:spLocks noGrp="1"/>
          </p:cNvSpPr>
          <p:nvPr>
            <p:ph type="sldNum" sz="quarter" idx="5"/>
          </p:nvPr>
        </p:nvSpPr>
        <p:spPr/>
        <p:txBody>
          <a:bodyPr/>
          <a:lstStyle/>
          <a:p>
            <a:fld id="{9FECE42E-2AE6-4431-9D22-0AE58ECE5841}" type="slidenum">
              <a:rPr lang="en-US" smtClean="0"/>
              <a:t>22</a:t>
            </a:fld>
            <a:endParaRPr lang="en-US"/>
          </a:p>
        </p:txBody>
      </p:sp>
    </p:spTree>
    <p:extLst>
      <p:ext uri="{BB962C8B-B14F-4D97-AF65-F5344CB8AC3E}">
        <p14:creationId xmlns:p14="http://schemas.microsoft.com/office/powerpoint/2010/main" val="101704590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 summary, this presentation highlighted the complexities of software update streams and the critical role of detecting anomalies within them. By leveraging machine learning techniques alongside advanced data analysis and domain knowledge, we can build robust systems that identify irregularities early, protecting software integrity and reliability. Continuous evaluation and adaptation of these detection systems are essential for maintaining security in evolving environments.</a:t>
            </a:r>
          </a:p>
        </p:txBody>
      </p:sp>
      <p:sp>
        <p:nvSpPr>
          <p:cNvPr id="4" name="Slide Number Placeholder 3"/>
          <p:cNvSpPr>
            <a:spLocks noGrp="1"/>
          </p:cNvSpPr>
          <p:nvPr>
            <p:ph type="sldNum" sz="quarter" idx="5"/>
          </p:nvPr>
        </p:nvSpPr>
        <p:spPr/>
        <p:txBody>
          <a:bodyPr/>
          <a:lstStyle/>
          <a:p>
            <a:fld id="{9FECE42E-2AE6-4431-9D22-0AE58ECE5841}" type="slidenum">
              <a:rPr lang="en-US" smtClean="0"/>
              <a:t>23</a:t>
            </a:fld>
            <a:endParaRPr lang="en-US"/>
          </a:p>
        </p:txBody>
      </p:sp>
    </p:spTree>
    <p:extLst>
      <p:ext uri="{BB962C8B-B14F-4D97-AF65-F5344CB8AC3E}">
        <p14:creationId xmlns:p14="http://schemas.microsoft.com/office/powerpoint/2010/main" val="90490500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6.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3.xml"/></Relationships>
</file>

<file path=ppt/slideLayouts/_rels/slideLayout67.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3.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with Picture">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509CE9-F18C-5020-CF43-5960AFE654F6}"/>
              </a:ext>
            </a:extLst>
          </p:cNvPr>
          <p:cNvSpPr>
            <a:spLocks noGrp="1"/>
          </p:cNvSpPr>
          <p:nvPr>
            <p:ph type="ctrTitle"/>
          </p:nvPr>
        </p:nvSpPr>
        <p:spPr>
          <a:xfrm>
            <a:off x="685800" y="240410"/>
            <a:ext cx="10813067" cy="783835"/>
          </a:xfrm>
        </p:spPr>
        <p:txBody>
          <a:bodyPr vert="horz" lIns="91440" tIns="45720" rIns="91440" bIns="45720" rtlCol="0" anchor="b">
            <a:normAutofit/>
          </a:bodyPr>
          <a:lstStyle>
            <a:lvl1pPr>
              <a:defRPr lang="en-US" sz="3600" dirty="0">
                <a:solidFill>
                  <a:schemeClr val="tx2">
                    <a:alpha val="90000"/>
                  </a:schemeClr>
                </a:solidFill>
              </a:defRPr>
            </a:lvl1pPr>
          </a:lstStyle>
          <a:p>
            <a:pPr lvl="0"/>
            <a:r>
              <a:rPr lang="en-US"/>
              <a:t>Click to edit Master title style</a:t>
            </a:r>
          </a:p>
        </p:txBody>
      </p:sp>
      <p:sp>
        <p:nvSpPr>
          <p:cNvPr id="3" name="Subtitle 2">
            <a:extLst>
              <a:ext uri="{FF2B5EF4-FFF2-40B4-BE49-F238E27FC236}">
                <a16:creationId xmlns:a16="http://schemas.microsoft.com/office/drawing/2014/main" id="{A16B3AA5-F8D6-AB69-241F-6F8F1DD41E55}"/>
              </a:ext>
            </a:extLst>
          </p:cNvPr>
          <p:cNvSpPr>
            <a:spLocks noGrp="1"/>
          </p:cNvSpPr>
          <p:nvPr>
            <p:ph type="subTitle" idx="1"/>
          </p:nvPr>
        </p:nvSpPr>
        <p:spPr>
          <a:xfrm>
            <a:off x="685800" y="998185"/>
            <a:ext cx="10813067" cy="541508"/>
          </a:xfrm>
        </p:spPr>
        <p:txBody>
          <a:bodyPr vert="horz" lIns="91440" tIns="45720" rIns="91440" bIns="45720" rtlCol="0">
            <a:normAutofit/>
          </a:bodyPr>
          <a:lstStyle>
            <a:lvl1pPr marL="0" indent="0">
              <a:buNone/>
              <a:defRPr lang="en-US" dirty="0"/>
            </a:lvl1pPr>
          </a:lstStyle>
          <a:p>
            <a:pPr lvl="0"/>
            <a:r>
              <a:rPr lang="en-US"/>
              <a:t>Click to edit Master subtitle style</a:t>
            </a:r>
          </a:p>
        </p:txBody>
      </p:sp>
      <p:sp>
        <p:nvSpPr>
          <p:cNvPr id="16" name="Picture Placeholder 15">
            <a:extLst>
              <a:ext uri="{FF2B5EF4-FFF2-40B4-BE49-F238E27FC236}">
                <a16:creationId xmlns:a16="http://schemas.microsoft.com/office/drawing/2014/main" id="{569E8996-63F9-282F-EB89-823A9E405F96}"/>
              </a:ext>
            </a:extLst>
          </p:cNvPr>
          <p:cNvSpPr>
            <a:spLocks noGrp="1"/>
          </p:cNvSpPr>
          <p:nvPr>
            <p:ph type="pic" sz="quarter" idx="13" hasCustomPrompt="1"/>
          </p:nvPr>
        </p:nvSpPr>
        <p:spPr>
          <a:xfrm>
            <a:off x="462974" y="1606318"/>
            <a:ext cx="11268845" cy="4791456"/>
          </a:xfrm>
          <a:blipFill dpi="0" rotWithShape="1">
            <a:blip r:embed="rId2">
              <a:alphaModFix amt="80000"/>
            </a:blip>
            <a:srcRect/>
            <a:stretch>
              <a:fillRect/>
            </a:stretch>
          </a:blipFill>
        </p:spPr>
        <p:txBody>
          <a:bodyPr/>
          <a:lstStyle>
            <a:lvl1pPr marL="0" indent="0">
              <a:buNone/>
              <a:defRPr/>
            </a:lvl1pPr>
          </a:lstStyle>
          <a:p>
            <a:r>
              <a:rPr lang="en-US"/>
              <a:t> </a:t>
            </a:r>
          </a:p>
        </p:txBody>
      </p:sp>
      <p:sp>
        <p:nvSpPr>
          <p:cNvPr id="5" name="Footer Placeholder 4">
            <a:extLst>
              <a:ext uri="{FF2B5EF4-FFF2-40B4-BE49-F238E27FC236}">
                <a16:creationId xmlns:a16="http://schemas.microsoft.com/office/drawing/2014/main" id="{7AE78127-77D8-DF99-4AE0-F322800B057B}"/>
              </a:ext>
            </a:extLst>
          </p:cNvPr>
          <p:cNvSpPr>
            <a:spLocks noGrp="1"/>
          </p:cNvSpPr>
          <p:nvPr>
            <p:ph type="ftr" sz="quarter" idx="11"/>
          </p:nvPr>
        </p:nvSpPr>
        <p:spPr>
          <a:xfrm>
            <a:off x="640080" y="6445997"/>
            <a:ext cx="3949302" cy="365125"/>
          </a:xfrm>
        </p:spPr>
        <p:txBody>
          <a:bodyPr/>
          <a:lstStyle>
            <a:lvl1pPr>
              <a:defRPr>
                <a:solidFill>
                  <a:schemeClr val="tx2"/>
                </a:solidFill>
              </a:defRPr>
            </a:lvl1pPr>
          </a:lstStyle>
          <a:p>
            <a:r>
              <a:rPr lang="en-US"/>
              <a:t>Sample Footer Text</a:t>
            </a:r>
          </a:p>
        </p:txBody>
      </p:sp>
      <p:sp>
        <p:nvSpPr>
          <p:cNvPr id="4" name="Date Placeholder 3">
            <a:extLst>
              <a:ext uri="{FF2B5EF4-FFF2-40B4-BE49-F238E27FC236}">
                <a16:creationId xmlns:a16="http://schemas.microsoft.com/office/drawing/2014/main" id="{D2D04168-7304-004B-C2F6-42E38FDC5908}"/>
              </a:ext>
            </a:extLst>
          </p:cNvPr>
          <p:cNvSpPr>
            <a:spLocks noGrp="1"/>
          </p:cNvSpPr>
          <p:nvPr>
            <p:ph type="dt" sz="half" idx="10"/>
          </p:nvPr>
        </p:nvSpPr>
        <p:spPr/>
        <p:txBody>
          <a:bodyPr/>
          <a:lstStyle>
            <a:lvl1pPr>
              <a:defRPr>
                <a:solidFill>
                  <a:schemeClr val="tx2"/>
                </a:solidFill>
              </a:defRPr>
            </a:lvl1pPr>
          </a:lstStyle>
          <a:p>
            <a:fld id="{8B12FF42-78AA-43B7-BE38-617D6A986F75}" type="datetime1">
              <a:rPr lang="en-US" smtClean="0"/>
              <a:t>11/30/2025</a:t>
            </a:fld>
            <a:endParaRPr lang="en-US"/>
          </a:p>
        </p:txBody>
      </p:sp>
      <p:sp>
        <p:nvSpPr>
          <p:cNvPr id="6" name="Slide Number Placeholder 5">
            <a:extLst>
              <a:ext uri="{FF2B5EF4-FFF2-40B4-BE49-F238E27FC236}">
                <a16:creationId xmlns:a16="http://schemas.microsoft.com/office/drawing/2014/main" id="{D7C58464-EE0F-215A-2FA8-F434687B9E7A}"/>
              </a:ext>
            </a:extLst>
          </p:cNvPr>
          <p:cNvSpPr>
            <a:spLocks noGrp="1"/>
          </p:cNvSpPr>
          <p:nvPr>
            <p:ph type="sldNum" sz="quarter" idx="12"/>
          </p:nvPr>
        </p:nvSpPr>
        <p:spPr/>
        <p:txBody>
          <a:bodyPr/>
          <a:lstStyle>
            <a:lvl1pPr>
              <a:defRPr>
                <a:solidFill>
                  <a:schemeClr val="tx2"/>
                </a:solidFill>
              </a:defRPr>
            </a:lvl1pPr>
          </a:lstStyle>
          <a:p>
            <a:fld id="{DDF60B60-82CA-4BB9-BA6E-A62FADF2374B}" type="slidenum">
              <a:rPr lang="en-US" smtClean="0"/>
              <a:t>‹#›</a:t>
            </a:fld>
            <a:endParaRPr lang="en-US"/>
          </a:p>
        </p:txBody>
      </p:sp>
      <p:cxnSp>
        <p:nvCxnSpPr>
          <p:cNvPr id="7" name="Straight Connector 6">
            <a:extLst>
              <a:ext uri="{FF2B5EF4-FFF2-40B4-BE49-F238E27FC236}">
                <a16:creationId xmlns:a16="http://schemas.microsoft.com/office/drawing/2014/main" id="{FFFC4771-5A22-2E68-AB04-0949D0A15B66}"/>
              </a:ext>
            </a:extLst>
          </p:cNvPr>
          <p:cNvCxnSpPr>
            <a:cxnSpLocks/>
          </p:cNvCxnSpPr>
          <p:nvPr/>
        </p:nvCxnSpPr>
        <p:spPr>
          <a:xfrm flipH="1">
            <a:off x="0" y="1599718"/>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0AA95C5A-6D75-9E1D-C459-7F2022E84F55}"/>
              </a:ext>
            </a:extLst>
          </p:cNvPr>
          <p:cNvCxnSpPr>
            <a:cxnSpLocks/>
          </p:cNvCxnSpPr>
          <p:nvPr/>
        </p:nvCxnSpPr>
        <p:spPr>
          <a:xfrm>
            <a:off x="457200"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00ED5AC1-9F96-A868-7F45-523BF1A45E7C}"/>
              </a:ext>
            </a:extLst>
          </p:cNvPr>
          <p:cNvCxnSpPr>
            <a:cxnSpLocks/>
          </p:cNvCxnSpPr>
          <p:nvPr/>
        </p:nvCxnSpPr>
        <p:spPr>
          <a:xfrm>
            <a:off x="11734800"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60E1F764-5B01-7711-9CF1-7EA13A629701}"/>
              </a:ext>
            </a:extLst>
          </p:cNvPr>
          <p:cNvCxnSpPr>
            <a:cxnSpLocks/>
          </p:cNvCxnSpPr>
          <p:nvPr/>
        </p:nvCxnSpPr>
        <p:spPr>
          <a:xfrm flipH="1">
            <a:off x="0" y="6396171"/>
            <a:ext cx="12192000" cy="0"/>
          </a:xfrm>
          <a:prstGeom prst="line">
            <a:avLst/>
          </a:prstGeom>
          <a:ln w="9525">
            <a:solidFill>
              <a:schemeClr val="tx2">
                <a:alpha val="3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35976410"/>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8AB8C-6B7B-EBD3-4D71-F5150448D3B6}"/>
              </a:ext>
            </a:extLst>
          </p:cNvPr>
          <p:cNvSpPr>
            <a:spLocks noGrp="1"/>
          </p:cNvSpPr>
          <p:nvPr>
            <p:ph type="title"/>
          </p:nvPr>
        </p:nvSpPr>
        <p:spPr>
          <a:xfrm>
            <a:off x="685800" y="360221"/>
            <a:ext cx="10515600" cy="1330468"/>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00327223-CF88-A3FD-E8DF-370D7C19B1B6}"/>
              </a:ext>
            </a:extLst>
          </p:cNvPr>
          <p:cNvSpPr>
            <a:spLocks noGrp="1"/>
          </p:cNvSpPr>
          <p:nvPr>
            <p:ph idx="1"/>
          </p:nvPr>
        </p:nvSpPr>
        <p:spPr>
          <a:xfrm>
            <a:off x="685800" y="2004291"/>
            <a:ext cx="10515600" cy="41726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A7E38D70-266E-0D00-4BB2-CEF20A35B76C}"/>
              </a:ext>
            </a:extLst>
          </p:cNvPr>
          <p:cNvSpPr>
            <a:spLocks noGrp="1"/>
          </p:cNvSpPr>
          <p:nvPr>
            <p:ph type="ftr" sz="quarter" idx="11"/>
          </p:nvPr>
        </p:nvSpPr>
        <p:spPr>
          <a:xfrm>
            <a:off x="685800" y="6445997"/>
            <a:ext cx="3949302" cy="365125"/>
          </a:xfrm>
        </p:spPr>
        <p:txBody>
          <a:bodyPr/>
          <a:lstStyle/>
          <a:p>
            <a:r>
              <a:rPr lang="en-US"/>
              <a:t>Sample Footer Text</a:t>
            </a:r>
          </a:p>
        </p:txBody>
      </p:sp>
      <p:sp>
        <p:nvSpPr>
          <p:cNvPr id="4" name="Date Placeholder 3">
            <a:extLst>
              <a:ext uri="{FF2B5EF4-FFF2-40B4-BE49-F238E27FC236}">
                <a16:creationId xmlns:a16="http://schemas.microsoft.com/office/drawing/2014/main" id="{ADC28223-FDFF-908F-158A-3401127BA5C7}"/>
              </a:ext>
            </a:extLst>
          </p:cNvPr>
          <p:cNvSpPr>
            <a:spLocks noGrp="1"/>
          </p:cNvSpPr>
          <p:nvPr>
            <p:ph type="dt" sz="half" idx="10"/>
          </p:nvPr>
        </p:nvSpPr>
        <p:spPr/>
        <p:txBody>
          <a:bodyPr/>
          <a:lstStyle/>
          <a:p>
            <a:fld id="{2F88F8D0-0E9B-4650-859F-69E8A62E8B3F}" type="datetime1">
              <a:rPr lang="en-US" smtClean="0"/>
              <a:t>11/30/2025</a:t>
            </a:fld>
            <a:endParaRPr lang="en-US"/>
          </a:p>
        </p:txBody>
      </p:sp>
      <p:sp>
        <p:nvSpPr>
          <p:cNvPr id="6" name="Slide Number Placeholder 5">
            <a:extLst>
              <a:ext uri="{FF2B5EF4-FFF2-40B4-BE49-F238E27FC236}">
                <a16:creationId xmlns:a16="http://schemas.microsoft.com/office/drawing/2014/main" id="{9A1F0CF0-00B7-2F2A-2E49-88AB87A201E2}"/>
              </a:ext>
            </a:extLst>
          </p:cNvPr>
          <p:cNvSpPr>
            <a:spLocks noGrp="1"/>
          </p:cNvSpPr>
          <p:nvPr>
            <p:ph type="sldNum" sz="quarter" idx="12"/>
          </p:nvPr>
        </p:nvSpPr>
        <p:spPr/>
        <p:txBody>
          <a:bodyPr/>
          <a:lstStyle/>
          <a:p>
            <a:fld id="{DDF60B60-82CA-4BB9-BA6E-A62FADF2374B}" type="slidenum">
              <a:rPr lang="en-US" smtClean="0"/>
              <a:t>‹#›</a:t>
            </a:fld>
            <a:endParaRPr lang="en-US"/>
          </a:p>
        </p:txBody>
      </p:sp>
      <p:cxnSp>
        <p:nvCxnSpPr>
          <p:cNvPr id="15" name="Straight Connector 14">
            <a:extLst>
              <a:ext uri="{FF2B5EF4-FFF2-40B4-BE49-F238E27FC236}">
                <a16:creationId xmlns:a16="http://schemas.microsoft.com/office/drawing/2014/main" id="{176D044F-5574-D6D7-2A47-5069E411C22F}"/>
              </a:ext>
            </a:extLst>
          </p:cNvPr>
          <p:cNvCxnSpPr>
            <a:cxnSpLocks/>
          </p:cNvCxnSpPr>
          <p:nvPr/>
        </p:nvCxnSpPr>
        <p:spPr>
          <a:xfrm flipH="1">
            <a:off x="0" y="1825625"/>
            <a:ext cx="12210293"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706187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with Picture 2">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509CE9-F18C-5020-CF43-5960AFE654F6}"/>
              </a:ext>
            </a:extLst>
          </p:cNvPr>
          <p:cNvSpPr>
            <a:spLocks noGrp="1"/>
          </p:cNvSpPr>
          <p:nvPr>
            <p:ph type="ctrTitle"/>
          </p:nvPr>
        </p:nvSpPr>
        <p:spPr>
          <a:xfrm>
            <a:off x="512724" y="1480212"/>
            <a:ext cx="3918954" cy="2273637"/>
          </a:xfrm>
        </p:spPr>
        <p:txBody>
          <a:bodyPr vert="horz" lIns="91440" tIns="45720" rIns="91440" bIns="45720" rtlCol="0" anchor="b">
            <a:normAutofit/>
          </a:bodyPr>
          <a:lstStyle>
            <a:lvl1pPr algn="ctr">
              <a:defRPr lang="en-US" sz="3600" dirty="0">
                <a:solidFill>
                  <a:schemeClr val="tx2">
                    <a:alpha val="90000"/>
                  </a:schemeClr>
                </a:solidFill>
              </a:defRPr>
            </a:lvl1pPr>
          </a:lstStyle>
          <a:p>
            <a:pPr lvl="0" algn="ctr"/>
            <a:r>
              <a:rPr lang="en-US"/>
              <a:t>Click to edit Master title style</a:t>
            </a:r>
          </a:p>
        </p:txBody>
      </p:sp>
      <p:sp>
        <p:nvSpPr>
          <p:cNvPr id="3" name="Subtitle 2">
            <a:extLst>
              <a:ext uri="{FF2B5EF4-FFF2-40B4-BE49-F238E27FC236}">
                <a16:creationId xmlns:a16="http://schemas.microsoft.com/office/drawing/2014/main" id="{A16B3AA5-F8D6-AB69-241F-6F8F1DD41E55}"/>
              </a:ext>
            </a:extLst>
          </p:cNvPr>
          <p:cNvSpPr>
            <a:spLocks noGrp="1"/>
          </p:cNvSpPr>
          <p:nvPr>
            <p:ph type="subTitle" idx="1"/>
          </p:nvPr>
        </p:nvSpPr>
        <p:spPr>
          <a:xfrm>
            <a:off x="620272" y="4232388"/>
            <a:ext cx="3703859" cy="1542770"/>
          </a:xfrm>
        </p:spPr>
        <p:txBody>
          <a:bodyPr vert="horz" lIns="91440" tIns="45720" rIns="91440" bIns="45720" rtlCol="0">
            <a:normAutofit/>
          </a:bodyPr>
          <a:lstStyle>
            <a:lvl1pPr marL="0" indent="0" algn="ctr">
              <a:buNone/>
              <a:defRPr lang="en-US" dirty="0"/>
            </a:lvl1pPr>
          </a:lstStyle>
          <a:p>
            <a:pPr lvl="0"/>
            <a:r>
              <a:rPr lang="en-US"/>
              <a:t>Click to edit Master subtitle style</a:t>
            </a:r>
          </a:p>
        </p:txBody>
      </p:sp>
      <p:sp>
        <p:nvSpPr>
          <p:cNvPr id="16" name="Picture Placeholder 15">
            <a:extLst>
              <a:ext uri="{FF2B5EF4-FFF2-40B4-BE49-F238E27FC236}">
                <a16:creationId xmlns:a16="http://schemas.microsoft.com/office/drawing/2014/main" id="{569E8996-63F9-282F-EB89-823A9E405F96}"/>
              </a:ext>
            </a:extLst>
          </p:cNvPr>
          <p:cNvSpPr>
            <a:spLocks noGrp="1"/>
          </p:cNvSpPr>
          <p:nvPr>
            <p:ph type="pic" sz="quarter" idx="13" hasCustomPrompt="1"/>
          </p:nvPr>
        </p:nvSpPr>
        <p:spPr>
          <a:xfrm>
            <a:off x="4958748" y="465265"/>
            <a:ext cx="7240587" cy="5927467"/>
          </a:xfrm>
          <a:blipFill dpi="0" rotWithShape="1">
            <a:blip r:embed="rId2">
              <a:alphaModFix amt="80000"/>
            </a:blip>
            <a:srcRect/>
            <a:stretch>
              <a:fillRect/>
            </a:stretch>
          </a:blipFill>
        </p:spPr>
        <p:txBody>
          <a:bodyPr/>
          <a:lstStyle>
            <a:lvl1pPr marL="0" indent="0">
              <a:buNone/>
              <a:defRPr/>
            </a:lvl1pPr>
          </a:lstStyle>
          <a:p>
            <a:r>
              <a:rPr lang="en-US"/>
              <a:t> </a:t>
            </a:r>
          </a:p>
        </p:txBody>
      </p:sp>
      <p:sp>
        <p:nvSpPr>
          <p:cNvPr id="5" name="Footer Placeholder 4">
            <a:extLst>
              <a:ext uri="{FF2B5EF4-FFF2-40B4-BE49-F238E27FC236}">
                <a16:creationId xmlns:a16="http://schemas.microsoft.com/office/drawing/2014/main" id="{7AE78127-77D8-DF99-4AE0-F322800B057B}"/>
              </a:ext>
            </a:extLst>
          </p:cNvPr>
          <p:cNvSpPr>
            <a:spLocks noGrp="1"/>
          </p:cNvSpPr>
          <p:nvPr>
            <p:ph type="ftr" sz="quarter" idx="11"/>
          </p:nvPr>
        </p:nvSpPr>
        <p:spPr/>
        <p:txBody>
          <a:bodyPr/>
          <a:lstStyle>
            <a:lvl1pPr>
              <a:defRPr>
                <a:solidFill>
                  <a:schemeClr val="tx2"/>
                </a:solidFill>
              </a:defRPr>
            </a:lvl1pPr>
          </a:lstStyle>
          <a:p>
            <a:r>
              <a:rPr lang="en-US"/>
              <a:t>Sample Footer Text</a:t>
            </a:r>
          </a:p>
        </p:txBody>
      </p:sp>
      <p:sp>
        <p:nvSpPr>
          <p:cNvPr id="4" name="Date Placeholder 3">
            <a:extLst>
              <a:ext uri="{FF2B5EF4-FFF2-40B4-BE49-F238E27FC236}">
                <a16:creationId xmlns:a16="http://schemas.microsoft.com/office/drawing/2014/main" id="{D2D04168-7304-004B-C2F6-42E38FDC5908}"/>
              </a:ext>
            </a:extLst>
          </p:cNvPr>
          <p:cNvSpPr>
            <a:spLocks noGrp="1"/>
          </p:cNvSpPr>
          <p:nvPr>
            <p:ph type="dt" sz="half" idx="10"/>
          </p:nvPr>
        </p:nvSpPr>
        <p:spPr/>
        <p:txBody>
          <a:bodyPr/>
          <a:lstStyle>
            <a:lvl1pPr>
              <a:defRPr>
                <a:solidFill>
                  <a:schemeClr val="tx2"/>
                </a:solidFill>
              </a:defRPr>
            </a:lvl1pPr>
          </a:lstStyle>
          <a:p>
            <a:fld id="{00EF5918-5053-4743-83B7-4EAD76501314}" type="datetime1">
              <a:rPr lang="en-US" smtClean="0"/>
              <a:t>11/30/2025</a:t>
            </a:fld>
            <a:endParaRPr lang="en-US"/>
          </a:p>
        </p:txBody>
      </p:sp>
      <p:sp>
        <p:nvSpPr>
          <p:cNvPr id="6" name="Slide Number Placeholder 5">
            <a:extLst>
              <a:ext uri="{FF2B5EF4-FFF2-40B4-BE49-F238E27FC236}">
                <a16:creationId xmlns:a16="http://schemas.microsoft.com/office/drawing/2014/main" id="{D7C58464-EE0F-215A-2FA8-F434687B9E7A}"/>
              </a:ext>
            </a:extLst>
          </p:cNvPr>
          <p:cNvSpPr>
            <a:spLocks noGrp="1"/>
          </p:cNvSpPr>
          <p:nvPr>
            <p:ph type="sldNum" sz="quarter" idx="12"/>
          </p:nvPr>
        </p:nvSpPr>
        <p:spPr/>
        <p:txBody>
          <a:bodyPr/>
          <a:lstStyle>
            <a:lvl1pPr>
              <a:defRPr>
                <a:solidFill>
                  <a:schemeClr val="tx2"/>
                </a:solidFill>
              </a:defRPr>
            </a:lvl1pPr>
          </a:lstStyle>
          <a:p>
            <a:fld id="{DDF60B60-82CA-4BB9-BA6E-A62FADF2374B}" type="slidenum">
              <a:rPr lang="en-US" smtClean="0"/>
              <a:t>‹#›</a:t>
            </a:fld>
            <a:endParaRPr lang="en-US"/>
          </a:p>
        </p:txBody>
      </p:sp>
      <p:cxnSp>
        <p:nvCxnSpPr>
          <p:cNvPr id="10" name="Straight Connector 9">
            <a:extLst>
              <a:ext uri="{FF2B5EF4-FFF2-40B4-BE49-F238E27FC236}">
                <a16:creationId xmlns:a16="http://schemas.microsoft.com/office/drawing/2014/main" id="{90C7E87E-EC44-47F9-6172-5EEA03DE5D87}"/>
              </a:ext>
            </a:extLst>
          </p:cNvPr>
          <p:cNvCxnSpPr>
            <a:cxnSpLocks/>
          </p:cNvCxnSpPr>
          <p:nvPr/>
        </p:nvCxnSpPr>
        <p:spPr>
          <a:xfrm flipH="1">
            <a:off x="0" y="459932"/>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7071CA13-2095-558D-E0DC-1576A14BBE72}"/>
              </a:ext>
            </a:extLst>
          </p:cNvPr>
          <p:cNvCxnSpPr>
            <a:cxnSpLocks/>
          </p:cNvCxnSpPr>
          <p:nvPr/>
        </p:nvCxnSpPr>
        <p:spPr>
          <a:xfrm flipH="1">
            <a:off x="0" y="6398068"/>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B159F346-B80F-F5BC-5D76-9443FA0031B4}"/>
              </a:ext>
            </a:extLst>
          </p:cNvPr>
          <p:cNvCxnSpPr>
            <a:cxnSpLocks/>
          </p:cNvCxnSpPr>
          <p:nvPr/>
        </p:nvCxnSpPr>
        <p:spPr>
          <a:xfrm>
            <a:off x="4951575"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08363252"/>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with Picture 3">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509CE9-F18C-5020-CF43-5960AFE654F6}"/>
              </a:ext>
            </a:extLst>
          </p:cNvPr>
          <p:cNvSpPr>
            <a:spLocks noGrp="1"/>
          </p:cNvSpPr>
          <p:nvPr>
            <p:ph type="ctrTitle"/>
          </p:nvPr>
        </p:nvSpPr>
        <p:spPr>
          <a:xfrm>
            <a:off x="7772445" y="1480212"/>
            <a:ext cx="3849131" cy="2871351"/>
          </a:xfrm>
        </p:spPr>
        <p:txBody>
          <a:bodyPr anchor="ctr">
            <a:normAutofit/>
          </a:bodyPr>
          <a:lstStyle>
            <a:lvl1pPr algn="ctr">
              <a:defRPr sz="3600">
                <a:solidFill>
                  <a:schemeClr val="tx2">
                    <a:alpha val="90000"/>
                  </a:schemeClr>
                </a:solidFill>
              </a:defRPr>
            </a:lvl1pPr>
          </a:lstStyle>
          <a:p>
            <a:r>
              <a:rPr lang="en-US"/>
              <a:t>Click to edit Master title style</a:t>
            </a:r>
          </a:p>
        </p:txBody>
      </p:sp>
      <p:sp>
        <p:nvSpPr>
          <p:cNvPr id="3" name="Subtitle 2">
            <a:extLst>
              <a:ext uri="{FF2B5EF4-FFF2-40B4-BE49-F238E27FC236}">
                <a16:creationId xmlns:a16="http://schemas.microsoft.com/office/drawing/2014/main" id="{A16B3AA5-F8D6-AB69-241F-6F8F1DD41E55}"/>
              </a:ext>
            </a:extLst>
          </p:cNvPr>
          <p:cNvSpPr>
            <a:spLocks noGrp="1"/>
          </p:cNvSpPr>
          <p:nvPr>
            <p:ph type="subTitle" idx="1"/>
          </p:nvPr>
        </p:nvSpPr>
        <p:spPr>
          <a:xfrm>
            <a:off x="7772446" y="5410440"/>
            <a:ext cx="3849128" cy="1068207"/>
          </a:xfrm>
        </p:spPr>
        <p:txBody>
          <a:bodyPr anchor="ctr">
            <a:normAutofit/>
          </a:bodyPr>
          <a:lstStyle>
            <a:lvl1pPr marL="0" indent="0" algn="ctr">
              <a:buNone/>
              <a:defRPr sz="18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6" name="Picture Placeholder 15">
            <a:extLst>
              <a:ext uri="{FF2B5EF4-FFF2-40B4-BE49-F238E27FC236}">
                <a16:creationId xmlns:a16="http://schemas.microsoft.com/office/drawing/2014/main" id="{569E8996-63F9-282F-EB89-823A9E405F96}"/>
              </a:ext>
            </a:extLst>
          </p:cNvPr>
          <p:cNvSpPr>
            <a:spLocks noGrp="1"/>
          </p:cNvSpPr>
          <p:nvPr>
            <p:ph type="pic" sz="quarter" idx="13" hasCustomPrompt="1"/>
          </p:nvPr>
        </p:nvSpPr>
        <p:spPr>
          <a:xfrm>
            <a:off x="0" y="0"/>
            <a:ext cx="7204414" cy="6859634"/>
          </a:xfrm>
          <a:blipFill dpi="0" rotWithShape="1">
            <a:blip r:embed="rId2">
              <a:alphaModFix amt="80000"/>
            </a:blip>
            <a:srcRect/>
            <a:stretch>
              <a:fillRect/>
            </a:stretch>
          </a:blipFill>
        </p:spPr>
        <p:txBody>
          <a:bodyPr/>
          <a:lstStyle>
            <a:lvl1pPr marL="0" indent="0">
              <a:buNone/>
              <a:defRPr/>
            </a:lvl1pPr>
          </a:lstStyle>
          <a:p>
            <a:r>
              <a:rPr lang="en-US"/>
              <a:t> </a:t>
            </a:r>
          </a:p>
        </p:txBody>
      </p:sp>
      <p:sp>
        <p:nvSpPr>
          <p:cNvPr id="5" name="Footer Placeholder 4">
            <a:extLst>
              <a:ext uri="{FF2B5EF4-FFF2-40B4-BE49-F238E27FC236}">
                <a16:creationId xmlns:a16="http://schemas.microsoft.com/office/drawing/2014/main" id="{7AE78127-77D8-DF99-4AE0-F322800B057B}"/>
              </a:ext>
            </a:extLst>
          </p:cNvPr>
          <p:cNvSpPr>
            <a:spLocks noGrp="1"/>
          </p:cNvSpPr>
          <p:nvPr>
            <p:ph type="ftr" sz="quarter" idx="11"/>
          </p:nvPr>
        </p:nvSpPr>
        <p:spPr>
          <a:xfrm>
            <a:off x="7429501" y="6445997"/>
            <a:ext cx="2955465" cy="365125"/>
          </a:xfrm>
        </p:spPr>
        <p:txBody>
          <a:bodyPr/>
          <a:lstStyle>
            <a:lvl1pPr>
              <a:defRPr>
                <a:solidFill>
                  <a:schemeClr val="tx2"/>
                </a:solidFill>
              </a:defRPr>
            </a:lvl1pPr>
          </a:lstStyle>
          <a:p>
            <a:r>
              <a:rPr lang="en-US"/>
              <a:t>Sample Footer Text</a:t>
            </a:r>
          </a:p>
        </p:txBody>
      </p:sp>
      <p:sp>
        <p:nvSpPr>
          <p:cNvPr id="4" name="Date Placeholder 3">
            <a:extLst>
              <a:ext uri="{FF2B5EF4-FFF2-40B4-BE49-F238E27FC236}">
                <a16:creationId xmlns:a16="http://schemas.microsoft.com/office/drawing/2014/main" id="{D2D04168-7304-004B-C2F6-42E38FDC5908}"/>
              </a:ext>
            </a:extLst>
          </p:cNvPr>
          <p:cNvSpPr>
            <a:spLocks noGrp="1"/>
          </p:cNvSpPr>
          <p:nvPr>
            <p:ph type="dt" sz="half" idx="10"/>
          </p:nvPr>
        </p:nvSpPr>
        <p:spPr>
          <a:xfrm>
            <a:off x="10226650" y="6445997"/>
            <a:ext cx="1353059" cy="365125"/>
          </a:xfrm>
        </p:spPr>
        <p:txBody>
          <a:bodyPr/>
          <a:lstStyle>
            <a:lvl1pPr>
              <a:defRPr>
                <a:solidFill>
                  <a:schemeClr val="tx2"/>
                </a:solidFill>
              </a:defRPr>
            </a:lvl1pPr>
          </a:lstStyle>
          <a:p>
            <a:fld id="{AD495F72-74F9-4C7D-96DC-BB7900DFF168}" type="datetime1">
              <a:rPr lang="en-US" smtClean="0"/>
              <a:t>11/30/2025</a:t>
            </a:fld>
            <a:endParaRPr lang="en-US"/>
          </a:p>
        </p:txBody>
      </p:sp>
      <p:sp>
        <p:nvSpPr>
          <p:cNvPr id="6" name="Slide Number Placeholder 5">
            <a:extLst>
              <a:ext uri="{FF2B5EF4-FFF2-40B4-BE49-F238E27FC236}">
                <a16:creationId xmlns:a16="http://schemas.microsoft.com/office/drawing/2014/main" id="{D7C58464-EE0F-215A-2FA8-F434687B9E7A}"/>
              </a:ext>
            </a:extLst>
          </p:cNvPr>
          <p:cNvSpPr>
            <a:spLocks noGrp="1"/>
          </p:cNvSpPr>
          <p:nvPr>
            <p:ph type="sldNum" sz="quarter" idx="12"/>
          </p:nvPr>
        </p:nvSpPr>
        <p:spPr/>
        <p:txBody>
          <a:bodyPr/>
          <a:lstStyle>
            <a:lvl1pPr>
              <a:defRPr>
                <a:solidFill>
                  <a:schemeClr val="tx2"/>
                </a:solidFill>
              </a:defRPr>
            </a:lvl1pPr>
          </a:lstStyle>
          <a:p>
            <a:fld id="{DDF60B60-82CA-4BB9-BA6E-A62FADF2374B}" type="slidenum">
              <a:rPr lang="en-US" smtClean="0"/>
              <a:t>‹#›</a:t>
            </a:fld>
            <a:endParaRPr lang="en-US"/>
          </a:p>
        </p:txBody>
      </p:sp>
      <p:cxnSp>
        <p:nvCxnSpPr>
          <p:cNvPr id="7" name="Straight Connector 6">
            <a:extLst>
              <a:ext uri="{FF2B5EF4-FFF2-40B4-BE49-F238E27FC236}">
                <a16:creationId xmlns:a16="http://schemas.microsoft.com/office/drawing/2014/main" id="{88BE003B-9AA9-5AAB-16A3-CC8CD5997AAA}"/>
              </a:ext>
            </a:extLst>
          </p:cNvPr>
          <p:cNvCxnSpPr>
            <a:cxnSpLocks/>
          </p:cNvCxnSpPr>
          <p:nvPr/>
        </p:nvCxnSpPr>
        <p:spPr>
          <a:xfrm flipH="1">
            <a:off x="7206802" y="5031087"/>
            <a:ext cx="4985198"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50CBC2A1-BC50-27CD-C764-435FA7A59ABD}"/>
              </a:ext>
            </a:extLst>
          </p:cNvPr>
          <p:cNvCxnSpPr>
            <a:cxnSpLocks/>
          </p:cNvCxnSpPr>
          <p:nvPr/>
        </p:nvCxnSpPr>
        <p:spPr>
          <a:xfrm>
            <a:off x="7206802"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23388852"/>
      </p:ext>
    </p:extLst>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with Picture 4">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509CE9-F18C-5020-CF43-5960AFE654F6}"/>
              </a:ext>
            </a:extLst>
          </p:cNvPr>
          <p:cNvSpPr>
            <a:spLocks noGrp="1"/>
          </p:cNvSpPr>
          <p:nvPr>
            <p:ph type="ctrTitle"/>
          </p:nvPr>
        </p:nvSpPr>
        <p:spPr>
          <a:xfrm>
            <a:off x="685800" y="5160261"/>
            <a:ext cx="10813067" cy="783835"/>
          </a:xfrm>
        </p:spPr>
        <p:txBody>
          <a:bodyPr vert="horz" lIns="91440" tIns="45720" rIns="91440" bIns="45720" rtlCol="0" anchor="b">
            <a:normAutofit/>
          </a:bodyPr>
          <a:lstStyle>
            <a:lvl1pPr>
              <a:defRPr lang="en-US" sz="3600" dirty="0">
                <a:solidFill>
                  <a:schemeClr val="tx2">
                    <a:alpha val="90000"/>
                  </a:schemeClr>
                </a:solidFill>
              </a:defRPr>
            </a:lvl1pPr>
          </a:lstStyle>
          <a:p>
            <a:pPr lvl="0"/>
            <a:r>
              <a:rPr lang="en-US"/>
              <a:t>Click to edit Master title style</a:t>
            </a:r>
          </a:p>
        </p:txBody>
      </p:sp>
      <p:sp>
        <p:nvSpPr>
          <p:cNvPr id="3" name="Subtitle 2">
            <a:extLst>
              <a:ext uri="{FF2B5EF4-FFF2-40B4-BE49-F238E27FC236}">
                <a16:creationId xmlns:a16="http://schemas.microsoft.com/office/drawing/2014/main" id="{A16B3AA5-F8D6-AB69-241F-6F8F1DD41E55}"/>
              </a:ext>
            </a:extLst>
          </p:cNvPr>
          <p:cNvSpPr>
            <a:spLocks noGrp="1"/>
          </p:cNvSpPr>
          <p:nvPr>
            <p:ph type="subTitle" idx="1"/>
          </p:nvPr>
        </p:nvSpPr>
        <p:spPr>
          <a:xfrm>
            <a:off x="685800" y="5931483"/>
            <a:ext cx="10813067" cy="611557"/>
          </a:xfrm>
        </p:spPr>
        <p:txBody>
          <a:bodyPr vert="horz" lIns="91440" tIns="45720" rIns="91440" bIns="45720" rtlCol="0">
            <a:normAutofit/>
          </a:bodyPr>
          <a:lstStyle>
            <a:lvl1pPr marL="0" indent="0">
              <a:buNone/>
              <a:defRPr lang="en-US" dirty="0"/>
            </a:lvl1pPr>
          </a:lstStyle>
          <a:p>
            <a:pPr lvl="0"/>
            <a:r>
              <a:rPr lang="en-US"/>
              <a:t>Click to edit Master subtitle style</a:t>
            </a:r>
          </a:p>
        </p:txBody>
      </p:sp>
      <p:sp>
        <p:nvSpPr>
          <p:cNvPr id="16" name="Picture Placeholder 15">
            <a:extLst>
              <a:ext uri="{FF2B5EF4-FFF2-40B4-BE49-F238E27FC236}">
                <a16:creationId xmlns:a16="http://schemas.microsoft.com/office/drawing/2014/main" id="{569E8996-63F9-282F-EB89-823A9E405F96}"/>
              </a:ext>
            </a:extLst>
          </p:cNvPr>
          <p:cNvSpPr>
            <a:spLocks noGrp="1"/>
          </p:cNvSpPr>
          <p:nvPr>
            <p:ph type="pic" sz="quarter" idx="13" hasCustomPrompt="1"/>
          </p:nvPr>
        </p:nvSpPr>
        <p:spPr>
          <a:xfrm>
            <a:off x="462974" y="0"/>
            <a:ext cx="11268845" cy="5019190"/>
          </a:xfrm>
          <a:blipFill dpi="0" rotWithShape="1">
            <a:blip r:embed="rId2">
              <a:alphaModFix amt="80000"/>
            </a:blip>
            <a:srcRect/>
            <a:stretch>
              <a:fillRect/>
            </a:stretch>
          </a:blipFill>
        </p:spPr>
        <p:txBody>
          <a:bodyPr/>
          <a:lstStyle>
            <a:lvl1pPr marL="0" indent="0">
              <a:buNone/>
              <a:defRPr/>
            </a:lvl1pPr>
          </a:lstStyle>
          <a:p>
            <a:r>
              <a:rPr lang="en-US"/>
              <a:t> </a:t>
            </a:r>
          </a:p>
        </p:txBody>
      </p:sp>
      <p:sp>
        <p:nvSpPr>
          <p:cNvPr id="5" name="Footer Placeholder 4">
            <a:extLst>
              <a:ext uri="{FF2B5EF4-FFF2-40B4-BE49-F238E27FC236}">
                <a16:creationId xmlns:a16="http://schemas.microsoft.com/office/drawing/2014/main" id="{7AE78127-77D8-DF99-4AE0-F322800B057B}"/>
              </a:ext>
            </a:extLst>
          </p:cNvPr>
          <p:cNvSpPr>
            <a:spLocks noGrp="1"/>
          </p:cNvSpPr>
          <p:nvPr>
            <p:ph type="ftr" sz="quarter" idx="11"/>
          </p:nvPr>
        </p:nvSpPr>
        <p:spPr>
          <a:xfrm>
            <a:off x="685800" y="6445997"/>
            <a:ext cx="3949302" cy="365125"/>
          </a:xfrm>
        </p:spPr>
        <p:txBody>
          <a:bodyPr/>
          <a:lstStyle>
            <a:lvl1pPr>
              <a:defRPr>
                <a:solidFill>
                  <a:schemeClr val="tx2"/>
                </a:solidFill>
              </a:defRPr>
            </a:lvl1pPr>
          </a:lstStyle>
          <a:p>
            <a:r>
              <a:rPr lang="en-US"/>
              <a:t>Sample Footer Text</a:t>
            </a:r>
          </a:p>
        </p:txBody>
      </p:sp>
      <p:sp>
        <p:nvSpPr>
          <p:cNvPr id="4" name="Date Placeholder 3">
            <a:extLst>
              <a:ext uri="{FF2B5EF4-FFF2-40B4-BE49-F238E27FC236}">
                <a16:creationId xmlns:a16="http://schemas.microsoft.com/office/drawing/2014/main" id="{D2D04168-7304-004B-C2F6-42E38FDC5908}"/>
              </a:ext>
            </a:extLst>
          </p:cNvPr>
          <p:cNvSpPr>
            <a:spLocks noGrp="1"/>
          </p:cNvSpPr>
          <p:nvPr>
            <p:ph type="dt" sz="half" idx="10"/>
          </p:nvPr>
        </p:nvSpPr>
        <p:spPr/>
        <p:txBody>
          <a:bodyPr/>
          <a:lstStyle>
            <a:lvl1pPr>
              <a:defRPr>
                <a:solidFill>
                  <a:schemeClr val="tx2"/>
                </a:solidFill>
              </a:defRPr>
            </a:lvl1pPr>
          </a:lstStyle>
          <a:p>
            <a:fld id="{AB6383D2-C802-4DD2-AEDD-7474238763C3}" type="datetime1">
              <a:rPr lang="en-US" smtClean="0"/>
              <a:t>11/30/2025</a:t>
            </a:fld>
            <a:endParaRPr lang="en-US"/>
          </a:p>
        </p:txBody>
      </p:sp>
      <p:sp>
        <p:nvSpPr>
          <p:cNvPr id="6" name="Slide Number Placeholder 5">
            <a:extLst>
              <a:ext uri="{FF2B5EF4-FFF2-40B4-BE49-F238E27FC236}">
                <a16:creationId xmlns:a16="http://schemas.microsoft.com/office/drawing/2014/main" id="{D7C58464-EE0F-215A-2FA8-F434687B9E7A}"/>
              </a:ext>
            </a:extLst>
          </p:cNvPr>
          <p:cNvSpPr>
            <a:spLocks noGrp="1"/>
          </p:cNvSpPr>
          <p:nvPr>
            <p:ph type="sldNum" sz="quarter" idx="12"/>
          </p:nvPr>
        </p:nvSpPr>
        <p:spPr/>
        <p:txBody>
          <a:bodyPr/>
          <a:lstStyle>
            <a:lvl1pPr>
              <a:defRPr>
                <a:solidFill>
                  <a:schemeClr val="tx2"/>
                </a:solidFill>
              </a:defRPr>
            </a:lvl1pPr>
          </a:lstStyle>
          <a:p>
            <a:fld id="{DDF60B60-82CA-4BB9-BA6E-A62FADF2374B}" type="slidenum">
              <a:rPr lang="en-US" smtClean="0"/>
              <a:t>‹#›</a:t>
            </a:fld>
            <a:endParaRPr lang="en-US"/>
          </a:p>
        </p:txBody>
      </p:sp>
      <p:cxnSp>
        <p:nvCxnSpPr>
          <p:cNvPr id="7" name="Straight Connector 6">
            <a:extLst>
              <a:ext uri="{FF2B5EF4-FFF2-40B4-BE49-F238E27FC236}">
                <a16:creationId xmlns:a16="http://schemas.microsoft.com/office/drawing/2014/main" id="{FFFC4771-5A22-2E68-AB04-0949D0A15B66}"/>
              </a:ext>
            </a:extLst>
          </p:cNvPr>
          <p:cNvCxnSpPr>
            <a:cxnSpLocks/>
          </p:cNvCxnSpPr>
          <p:nvPr/>
        </p:nvCxnSpPr>
        <p:spPr>
          <a:xfrm flipH="1">
            <a:off x="0" y="5019261"/>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0AA95C5A-6D75-9E1D-C459-7F2022E84F55}"/>
              </a:ext>
            </a:extLst>
          </p:cNvPr>
          <p:cNvCxnSpPr>
            <a:cxnSpLocks/>
          </p:cNvCxnSpPr>
          <p:nvPr/>
        </p:nvCxnSpPr>
        <p:spPr>
          <a:xfrm>
            <a:off x="457200"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00ED5AC1-9F96-A868-7F45-523BF1A45E7C}"/>
              </a:ext>
            </a:extLst>
          </p:cNvPr>
          <p:cNvCxnSpPr>
            <a:cxnSpLocks/>
          </p:cNvCxnSpPr>
          <p:nvPr/>
        </p:nvCxnSpPr>
        <p:spPr>
          <a:xfrm>
            <a:off x="11734800"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12885426"/>
      </p:ext>
    </p:extLst>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Title">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509CE9-F18C-5020-CF43-5960AFE654F6}"/>
              </a:ext>
            </a:extLst>
          </p:cNvPr>
          <p:cNvSpPr>
            <a:spLocks noGrp="1"/>
          </p:cNvSpPr>
          <p:nvPr>
            <p:ph type="ctrTitle"/>
          </p:nvPr>
        </p:nvSpPr>
        <p:spPr>
          <a:xfrm>
            <a:off x="2096430" y="1226087"/>
            <a:ext cx="7961965" cy="3290611"/>
          </a:xfrm>
        </p:spPr>
        <p:txBody>
          <a:bodyPr anchor="ctr">
            <a:normAutofit/>
          </a:bodyPr>
          <a:lstStyle>
            <a:lvl1pPr algn="ctr">
              <a:defRPr sz="4800">
                <a:solidFill>
                  <a:schemeClr val="tx2">
                    <a:alpha val="90000"/>
                  </a:schemeClr>
                </a:solidFill>
              </a:defRPr>
            </a:lvl1pPr>
          </a:lstStyle>
          <a:p>
            <a:r>
              <a:rPr lang="en-US"/>
              <a:t>Click to edit Master title style</a:t>
            </a:r>
          </a:p>
        </p:txBody>
      </p:sp>
      <p:sp>
        <p:nvSpPr>
          <p:cNvPr id="3" name="Subtitle 2">
            <a:extLst>
              <a:ext uri="{FF2B5EF4-FFF2-40B4-BE49-F238E27FC236}">
                <a16:creationId xmlns:a16="http://schemas.microsoft.com/office/drawing/2014/main" id="{A16B3AA5-F8D6-AB69-241F-6F8F1DD41E55}"/>
              </a:ext>
            </a:extLst>
          </p:cNvPr>
          <p:cNvSpPr>
            <a:spLocks noGrp="1"/>
          </p:cNvSpPr>
          <p:nvPr>
            <p:ph type="subTitle" idx="1"/>
          </p:nvPr>
        </p:nvSpPr>
        <p:spPr>
          <a:xfrm>
            <a:off x="2676941" y="5812260"/>
            <a:ext cx="6838118" cy="702946"/>
          </a:xfrm>
        </p:spPr>
        <p:txBody>
          <a:bodyPr anchor="ctr">
            <a:normAutofit/>
          </a:bodyPr>
          <a:lstStyle>
            <a:lvl1pPr marL="0" indent="0" algn="ctr">
              <a:buNone/>
              <a:defRPr sz="18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5" name="Footer Placeholder 4">
            <a:extLst>
              <a:ext uri="{FF2B5EF4-FFF2-40B4-BE49-F238E27FC236}">
                <a16:creationId xmlns:a16="http://schemas.microsoft.com/office/drawing/2014/main" id="{7AE78127-77D8-DF99-4AE0-F322800B057B}"/>
              </a:ext>
            </a:extLst>
          </p:cNvPr>
          <p:cNvSpPr>
            <a:spLocks noGrp="1"/>
          </p:cNvSpPr>
          <p:nvPr>
            <p:ph type="ftr" sz="quarter" idx="11"/>
          </p:nvPr>
        </p:nvSpPr>
        <p:spPr>
          <a:xfrm>
            <a:off x="640080" y="6445997"/>
            <a:ext cx="3777327" cy="365125"/>
          </a:xfrm>
        </p:spPr>
        <p:txBody>
          <a:bodyPr/>
          <a:lstStyle>
            <a:lvl1pPr>
              <a:defRPr>
                <a:solidFill>
                  <a:schemeClr val="tx2"/>
                </a:solidFill>
              </a:defRPr>
            </a:lvl1pPr>
          </a:lstStyle>
          <a:p>
            <a:r>
              <a:rPr lang="en-US"/>
              <a:t>Sample Footer Text</a:t>
            </a:r>
          </a:p>
        </p:txBody>
      </p:sp>
      <p:sp>
        <p:nvSpPr>
          <p:cNvPr id="4" name="Date Placeholder 3">
            <a:extLst>
              <a:ext uri="{FF2B5EF4-FFF2-40B4-BE49-F238E27FC236}">
                <a16:creationId xmlns:a16="http://schemas.microsoft.com/office/drawing/2014/main" id="{D2D04168-7304-004B-C2F6-42E38FDC5908}"/>
              </a:ext>
            </a:extLst>
          </p:cNvPr>
          <p:cNvSpPr>
            <a:spLocks noGrp="1"/>
          </p:cNvSpPr>
          <p:nvPr>
            <p:ph type="dt" sz="half" idx="10"/>
          </p:nvPr>
        </p:nvSpPr>
        <p:spPr/>
        <p:txBody>
          <a:bodyPr/>
          <a:lstStyle>
            <a:lvl1pPr>
              <a:defRPr>
                <a:solidFill>
                  <a:schemeClr val="tx2"/>
                </a:solidFill>
              </a:defRPr>
            </a:lvl1pPr>
          </a:lstStyle>
          <a:p>
            <a:fld id="{8A278C13-F8B8-4237-9811-6A882F130BDA}" type="datetime1">
              <a:rPr lang="en-US" smtClean="0"/>
              <a:t>11/30/2025</a:t>
            </a:fld>
            <a:endParaRPr lang="en-US"/>
          </a:p>
        </p:txBody>
      </p:sp>
      <p:sp>
        <p:nvSpPr>
          <p:cNvPr id="6" name="Slide Number Placeholder 5">
            <a:extLst>
              <a:ext uri="{FF2B5EF4-FFF2-40B4-BE49-F238E27FC236}">
                <a16:creationId xmlns:a16="http://schemas.microsoft.com/office/drawing/2014/main" id="{D7C58464-EE0F-215A-2FA8-F434687B9E7A}"/>
              </a:ext>
            </a:extLst>
          </p:cNvPr>
          <p:cNvSpPr>
            <a:spLocks noGrp="1"/>
          </p:cNvSpPr>
          <p:nvPr>
            <p:ph type="sldNum" sz="quarter" idx="12"/>
          </p:nvPr>
        </p:nvSpPr>
        <p:spPr/>
        <p:txBody>
          <a:bodyPr/>
          <a:lstStyle>
            <a:lvl1pPr>
              <a:defRPr>
                <a:solidFill>
                  <a:schemeClr val="tx2"/>
                </a:solidFill>
              </a:defRPr>
            </a:lvl1pPr>
          </a:lstStyle>
          <a:p>
            <a:fld id="{DDF60B60-82CA-4BB9-BA6E-A62FADF2374B}" type="slidenum">
              <a:rPr lang="en-US" smtClean="0"/>
              <a:t>‹#›</a:t>
            </a:fld>
            <a:endParaRPr lang="en-US"/>
          </a:p>
        </p:txBody>
      </p:sp>
      <p:cxnSp>
        <p:nvCxnSpPr>
          <p:cNvPr id="7" name="Straight Connector 6">
            <a:extLst>
              <a:ext uri="{FF2B5EF4-FFF2-40B4-BE49-F238E27FC236}">
                <a16:creationId xmlns:a16="http://schemas.microsoft.com/office/drawing/2014/main" id="{77C4A186-7A3C-2849-F4A7-5B5565EB29E6}"/>
              </a:ext>
            </a:extLst>
          </p:cNvPr>
          <p:cNvCxnSpPr>
            <a:cxnSpLocks/>
          </p:cNvCxnSpPr>
          <p:nvPr/>
        </p:nvCxnSpPr>
        <p:spPr>
          <a:xfrm flipH="1">
            <a:off x="0" y="5469467"/>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C92B7528-295D-CD0F-0521-B5C01EAC12DD}"/>
              </a:ext>
            </a:extLst>
          </p:cNvPr>
          <p:cNvCxnSpPr>
            <a:cxnSpLocks/>
          </p:cNvCxnSpPr>
          <p:nvPr/>
        </p:nvCxnSpPr>
        <p:spPr>
          <a:xfrm>
            <a:off x="457200"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A26261A6-5928-598A-5A46-6855CE4DF282}"/>
              </a:ext>
            </a:extLst>
          </p:cNvPr>
          <p:cNvCxnSpPr>
            <a:cxnSpLocks/>
          </p:cNvCxnSpPr>
          <p:nvPr/>
        </p:nvCxnSpPr>
        <p:spPr>
          <a:xfrm>
            <a:off x="11734800"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30126382"/>
      </p:ext>
    </p:extLst>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Title 2">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509CE9-F18C-5020-CF43-5960AFE654F6}"/>
              </a:ext>
            </a:extLst>
          </p:cNvPr>
          <p:cNvSpPr>
            <a:spLocks noGrp="1"/>
          </p:cNvSpPr>
          <p:nvPr>
            <p:ph type="ctrTitle"/>
          </p:nvPr>
        </p:nvSpPr>
        <p:spPr>
          <a:xfrm>
            <a:off x="1636222" y="1246912"/>
            <a:ext cx="8919556" cy="3050766"/>
          </a:xfrm>
        </p:spPr>
        <p:txBody>
          <a:bodyPr anchor="ctr">
            <a:normAutofit/>
          </a:bodyPr>
          <a:lstStyle>
            <a:lvl1pPr algn="ctr">
              <a:defRPr sz="5400">
                <a:solidFill>
                  <a:schemeClr val="tx2">
                    <a:alpha val="90000"/>
                  </a:schemeClr>
                </a:solidFill>
              </a:defRPr>
            </a:lvl1pPr>
          </a:lstStyle>
          <a:p>
            <a:r>
              <a:rPr lang="en-US"/>
              <a:t>Click to edit Master title style</a:t>
            </a:r>
          </a:p>
        </p:txBody>
      </p:sp>
      <p:sp>
        <p:nvSpPr>
          <p:cNvPr id="3" name="Subtitle 2">
            <a:extLst>
              <a:ext uri="{FF2B5EF4-FFF2-40B4-BE49-F238E27FC236}">
                <a16:creationId xmlns:a16="http://schemas.microsoft.com/office/drawing/2014/main" id="{A16B3AA5-F8D6-AB69-241F-6F8F1DD41E55}"/>
              </a:ext>
            </a:extLst>
          </p:cNvPr>
          <p:cNvSpPr>
            <a:spLocks noGrp="1"/>
          </p:cNvSpPr>
          <p:nvPr>
            <p:ph type="subTitle" idx="1"/>
          </p:nvPr>
        </p:nvSpPr>
        <p:spPr>
          <a:xfrm>
            <a:off x="2451378" y="5345199"/>
            <a:ext cx="7289245" cy="1184035"/>
          </a:xfrm>
        </p:spPr>
        <p:txBody>
          <a:bodyPr anchor="ctr">
            <a:normAutofit/>
          </a:bodyPr>
          <a:lstStyle>
            <a:lvl1pPr marL="0" indent="0" algn="ctr">
              <a:buNone/>
              <a:defRPr sz="18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5" name="Footer Placeholder 4">
            <a:extLst>
              <a:ext uri="{FF2B5EF4-FFF2-40B4-BE49-F238E27FC236}">
                <a16:creationId xmlns:a16="http://schemas.microsoft.com/office/drawing/2014/main" id="{7AE78127-77D8-DF99-4AE0-F322800B057B}"/>
              </a:ext>
            </a:extLst>
          </p:cNvPr>
          <p:cNvSpPr>
            <a:spLocks noGrp="1"/>
          </p:cNvSpPr>
          <p:nvPr>
            <p:ph type="ftr" sz="quarter" idx="11"/>
          </p:nvPr>
        </p:nvSpPr>
        <p:spPr/>
        <p:txBody>
          <a:bodyPr/>
          <a:lstStyle>
            <a:lvl1pPr>
              <a:defRPr>
                <a:solidFill>
                  <a:schemeClr val="tx2"/>
                </a:solidFill>
              </a:defRPr>
            </a:lvl1pPr>
          </a:lstStyle>
          <a:p>
            <a:r>
              <a:rPr lang="en-US"/>
              <a:t>Sample Footer Text</a:t>
            </a:r>
          </a:p>
        </p:txBody>
      </p:sp>
      <p:sp>
        <p:nvSpPr>
          <p:cNvPr id="4" name="Date Placeholder 3">
            <a:extLst>
              <a:ext uri="{FF2B5EF4-FFF2-40B4-BE49-F238E27FC236}">
                <a16:creationId xmlns:a16="http://schemas.microsoft.com/office/drawing/2014/main" id="{D2D04168-7304-004B-C2F6-42E38FDC5908}"/>
              </a:ext>
            </a:extLst>
          </p:cNvPr>
          <p:cNvSpPr>
            <a:spLocks noGrp="1"/>
          </p:cNvSpPr>
          <p:nvPr>
            <p:ph type="dt" sz="half" idx="10"/>
          </p:nvPr>
        </p:nvSpPr>
        <p:spPr/>
        <p:txBody>
          <a:bodyPr/>
          <a:lstStyle>
            <a:lvl1pPr>
              <a:defRPr>
                <a:solidFill>
                  <a:schemeClr val="tx2"/>
                </a:solidFill>
              </a:defRPr>
            </a:lvl1pPr>
          </a:lstStyle>
          <a:p>
            <a:fld id="{3545FD76-1DE6-4A1C-9609-D2819734F8F3}" type="datetime1">
              <a:rPr lang="en-US" smtClean="0"/>
              <a:t>11/30/2025</a:t>
            </a:fld>
            <a:endParaRPr lang="en-US"/>
          </a:p>
        </p:txBody>
      </p:sp>
      <p:sp>
        <p:nvSpPr>
          <p:cNvPr id="6" name="Slide Number Placeholder 5">
            <a:extLst>
              <a:ext uri="{FF2B5EF4-FFF2-40B4-BE49-F238E27FC236}">
                <a16:creationId xmlns:a16="http://schemas.microsoft.com/office/drawing/2014/main" id="{D7C58464-EE0F-215A-2FA8-F434687B9E7A}"/>
              </a:ext>
            </a:extLst>
          </p:cNvPr>
          <p:cNvSpPr>
            <a:spLocks noGrp="1"/>
          </p:cNvSpPr>
          <p:nvPr>
            <p:ph type="sldNum" sz="quarter" idx="12"/>
          </p:nvPr>
        </p:nvSpPr>
        <p:spPr/>
        <p:txBody>
          <a:bodyPr/>
          <a:lstStyle>
            <a:lvl1pPr>
              <a:defRPr>
                <a:solidFill>
                  <a:schemeClr val="tx2"/>
                </a:solidFill>
              </a:defRPr>
            </a:lvl1pPr>
          </a:lstStyle>
          <a:p>
            <a:fld id="{DDF60B60-82CA-4BB9-BA6E-A62FADF2374B}" type="slidenum">
              <a:rPr lang="en-US" smtClean="0"/>
              <a:t>‹#›</a:t>
            </a:fld>
            <a:endParaRPr lang="en-US"/>
          </a:p>
        </p:txBody>
      </p:sp>
      <p:cxnSp>
        <p:nvCxnSpPr>
          <p:cNvPr id="7" name="Straight Connector 6">
            <a:extLst>
              <a:ext uri="{FF2B5EF4-FFF2-40B4-BE49-F238E27FC236}">
                <a16:creationId xmlns:a16="http://schemas.microsoft.com/office/drawing/2014/main" id="{77C4A186-7A3C-2849-F4A7-5B5565EB29E6}"/>
              </a:ext>
            </a:extLst>
          </p:cNvPr>
          <p:cNvCxnSpPr>
            <a:cxnSpLocks/>
          </p:cNvCxnSpPr>
          <p:nvPr/>
        </p:nvCxnSpPr>
        <p:spPr>
          <a:xfrm flipH="1">
            <a:off x="0" y="5016433"/>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90C7E87E-EC44-47F9-6172-5EEA03DE5D87}"/>
              </a:ext>
            </a:extLst>
          </p:cNvPr>
          <p:cNvCxnSpPr>
            <a:cxnSpLocks/>
          </p:cNvCxnSpPr>
          <p:nvPr/>
        </p:nvCxnSpPr>
        <p:spPr>
          <a:xfrm flipH="1">
            <a:off x="0" y="459932"/>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15968242"/>
      </p:ext>
    </p:extLst>
  </p:cSld>
  <p:clrMapOvr>
    <a:overrideClrMapping bg1="lt1" tx1="dk1" bg2="lt2" tx2="dk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reserve="1">
  <p:cSld name="Title 3">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509CE9-F18C-5020-CF43-5960AFE654F6}"/>
              </a:ext>
            </a:extLst>
          </p:cNvPr>
          <p:cNvSpPr>
            <a:spLocks noGrp="1"/>
          </p:cNvSpPr>
          <p:nvPr>
            <p:ph type="ctrTitle"/>
          </p:nvPr>
        </p:nvSpPr>
        <p:spPr>
          <a:xfrm>
            <a:off x="2950265" y="1400657"/>
            <a:ext cx="6291470" cy="3290611"/>
          </a:xfrm>
        </p:spPr>
        <p:txBody>
          <a:bodyPr anchor="ctr">
            <a:normAutofit/>
          </a:bodyPr>
          <a:lstStyle>
            <a:lvl1pPr algn="ctr">
              <a:defRPr sz="4800">
                <a:solidFill>
                  <a:schemeClr val="tx2">
                    <a:lumMod val="90000"/>
                    <a:alpha val="80000"/>
                  </a:schemeClr>
                </a:solidFill>
              </a:defRPr>
            </a:lvl1pPr>
          </a:lstStyle>
          <a:p>
            <a:r>
              <a:rPr lang="en-US"/>
              <a:t>Click to edit Master title style</a:t>
            </a:r>
          </a:p>
        </p:txBody>
      </p:sp>
      <p:sp>
        <p:nvSpPr>
          <p:cNvPr id="3" name="Subtitle 2">
            <a:extLst>
              <a:ext uri="{FF2B5EF4-FFF2-40B4-BE49-F238E27FC236}">
                <a16:creationId xmlns:a16="http://schemas.microsoft.com/office/drawing/2014/main" id="{A16B3AA5-F8D6-AB69-241F-6F8F1DD41E55}"/>
              </a:ext>
            </a:extLst>
          </p:cNvPr>
          <p:cNvSpPr>
            <a:spLocks noGrp="1"/>
          </p:cNvSpPr>
          <p:nvPr>
            <p:ph type="subTitle" idx="1"/>
          </p:nvPr>
        </p:nvSpPr>
        <p:spPr>
          <a:xfrm>
            <a:off x="2676941" y="5812260"/>
            <a:ext cx="6838118" cy="702946"/>
          </a:xfrm>
        </p:spPr>
        <p:txBody>
          <a:bodyPr anchor="ctr">
            <a:normAutofit/>
          </a:bodyPr>
          <a:lstStyle>
            <a:lvl1pPr marL="0" indent="0" algn="ctr">
              <a:buNone/>
              <a:defRPr sz="1800">
                <a:solidFill>
                  <a:schemeClr val="tx2">
                    <a:alpha val="8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5" name="Footer Placeholder 4">
            <a:extLst>
              <a:ext uri="{FF2B5EF4-FFF2-40B4-BE49-F238E27FC236}">
                <a16:creationId xmlns:a16="http://schemas.microsoft.com/office/drawing/2014/main" id="{7AE78127-77D8-DF99-4AE0-F322800B057B}"/>
              </a:ext>
            </a:extLst>
          </p:cNvPr>
          <p:cNvSpPr>
            <a:spLocks noGrp="1"/>
          </p:cNvSpPr>
          <p:nvPr>
            <p:ph type="ftr" sz="quarter" idx="11"/>
          </p:nvPr>
        </p:nvSpPr>
        <p:spPr/>
        <p:txBody>
          <a:bodyPr/>
          <a:lstStyle>
            <a:lvl1pPr>
              <a:defRPr>
                <a:solidFill>
                  <a:schemeClr val="tx2">
                    <a:alpha val="80000"/>
                  </a:schemeClr>
                </a:solidFill>
              </a:defRPr>
            </a:lvl1pPr>
          </a:lstStyle>
          <a:p>
            <a:r>
              <a:rPr lang="en-US"/>
              <a:t>Sample Footer Text</a:t>
            </a:r>
          </a:p>
        </p:txBody>
      </p:sp>
      <p:sp>
        <p:nvSpPr>
          <p:cNvPr id="4" name="Date Placeholder 3">
            <a:extLst>
              <a:ext uri="{FF2B5EF4-FFF2-40B4-BE49-F238E27FC236}">
                <a16:creationId xmlns:a16="http://schemas.microsoft.com/office/drawing/2014/main" id="{D2D04168-7304-004B-C2F6-42E38FDC5908}"/>
              </a:ext>
            </a:extLst>
          </p:cNvPr>
          <p:cNvSpPr>
            <a:spLocks noGrp="1"/>
          </p:cNvSpPr>
          <p:nvPr>
            <p:ph type="dt" sz="half" idx="10"/>
          </p:nvPr>
        </p:nvSpPr>
        <p:spPr/>
        <p:txBody>
          <a:bodyPr/>
          <a:lstStyle>
            <a:lvl1pPr>
              <a:defRPr>
                <a:solidFill>
                  <a:schemeClr val="tx2">
                    <a:alpha val="80000"/>
                  </a:schemeClr>
                </a:solidFill>
              </a:defRPr>
            </a:lvl1pPr>
          </a:lstStyle>
          <a:p>
            <a:fld id="{014AE7A1-FDDE-474D-BCD9-88FCF250514D}" type="datetime1">
              <a:rPr lang="en-US" smtClean="0"/>
              <a:t>11/30/2025</a:t>
            </a:fld>
            <a:endParaRPr lang="en-US"/>
          </a:p>
        </p:txBody>
      </p:sp>
      <p:sp>
        <p:nvSpPr>
          <p:cNvPr id="6" name="Slide Number Placeholder 5">
            <a:extLst>
              <a:ext uri="{FF2B5EF4-FFF2-40B4-BE49-F238E27FC236}">
                <a16:creationId xmlns:a16="http://schemas.microsoft.com/office/drawing/2014/main" id="{D7C58464-EE0F-215A-2FA8-F434687B9E7A}"/>
              </a:ext>
            </a:extLst>
          </p:cNvPr>
          <p:cNvSpPr>
            <a:spLocks noGrp="1"/>
          </p:cNvSpPr>
          <p:nvPr>
            <p:ph type="sldNum" sz="quarter" idx="12"/>
          </p:nvPr>
        </p:nvSpPr>
        <p:spPr/>
        <p:txBody>
          <a:bodyPr/>
          <a:lstStyle>
            <a:lvl1pPr>
              <a:defRPr>
                <a:solidFill>
                  <a:schemeClr val="tx2">
                    <a:alpha val="80000"/>
                  </a:schemeClr>
                </a:solidFill>
              </a:defRPr>
            </a:lvl1pPr>
          </a:lstStyle>
          <a:p>
            <a:fld id="{DDF60B60-82CA-4BB9-BA6E-A62FADF2374B}" type="slidenum">
              <a:rPr lang="en-US" smtClean="0"/>
              <a:t>‹#›</a:t>
            </a:fld>
            <a:endParaRPr lang="en-US"/>
          </a:p>
        </p:txBody>
      </p:sp>
      <p:cxnSp>
        <p:nvCxnSpPr>
          <p:cNvPr id="7" name="Straight Connector 6">
            <a:extLst>
              <a:ext uri="{FF2B5EF4-FFF2-40B4-BE49-F238E27FC236}">
                <a16:creationId xmlns:a16="http://schemas.microsoft.com/office/drawing/2014/main" id="{77C4A186-7A3C-2849-F4A7-5B5565EB29E6}"/>
              </a:ext>
            </a:extLst>
          </p:cNvPr>
          <p:cNvCxnSpPr>
            <a:cxnSpLocks/>
          </p:cNvCxnSpPr>
          <p:nvPr/>
        </p:nvCxnSpPr>
        <p:spPr>
          <a:xfrm flipH="1">
            <a:off x="0" y="5469467"/>
            <a:ext cx="12192000" cy="0"/>
          </a:xfrm>
          <a:prstGeom prst="line">
            <a:avLst/>
          </a:prstGeom>
          <a:ln w="9525">
            <a:solidFill>
              <a:schemeClr val="tx2">
                <a:lumMod val="90000"/>
                <a:alpha val="20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B5860F39-D33B-13B7-DD5E-58C8CE6DCE69}"/>
              </a:ext>
            </a:extLst>
          </p:cNvPr>
          <p:cNvCxnSpPr>
            <a:cxnSpLocks/>
          </p:cNvCxnSpPr>
          <p:nvPr/>
        </p:nvCxnSpPr>
        <p:spPr>
          <a:xfrm>
            <a:off x="2317750" y="0"/>
            <a:ext cx="0" cy="6858000"/>
          </a:xfrm>
          <a:prstGeom prst="line">
            <a:avLst/>
          </a:prstGeom>
          <a:ln w="9525">
            <a:solidFill>
              <a:schemeClr val="tx2">
                <a:lumMod val="90000"/>
                <a:alpha val="20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417974A-33A9-A10C-D982-114045377C2E}"/>
              </a:ext>
            </a:extLst>
          </p:cNvPr>
          <p:cNvCxnSpPr>
            <a:cxnSpLocks/>
          </p:cNvCxnSpPr>
          <p:nvPr/>
        </p:nvCxnSpPr>
        <p:spPr>
          <a:xfrm>
            <a:off x="9874250" y="0"/>
            <a:ext cx="0" cy="6858000"/>
          </a:xfrm>
          <a:prstGeom prst="line">
            <a:avLst/>
          </a:prstGeom>
          <a:ln w="9525">
            <a:solidFill>
              <a:schemeClr val="tx2">
                <a:lumMod val="90000"/>
                <a:alpha val="20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90C7E87E-EC44-47F9-6172-5EEA03DE5D87}"/>
              </a:ext>
            </a:extLst>
          </p:cNvPr>
          <p:cNvCxnSpPr>
            <a:cxnSpLocks/>
          </p:cNvCxnSpPr>
          <p:nvPr/>
        </p:nvCxnSpPr>
        <p:spPr>
          <a:xfrm flipH="1">
            <a:off x="0" y="459932"/>
            <a:ext cx="12192000" cy="0"/>
          </a:xfrm>
          <a:prstGeom prst="line">
            <a:avLst/>
          </a:prstGeom>
          <a:ln w="9525">
            <a:solidFill>
              <a:schemeClr val="tx2">
                <a:lumMod val="90000"/>
                <a:alpha val="2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84837113"/>
      </p:ext>
    </p:extLst>
  </p:cSld>
  <p:clrMapOvr>
    <a:overrideClrMapping bg1="dk1" tx1="lt1" bg2="dk2" tx2="lt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1">
        <a:schemeClr val="bg2"/>
      </p:bgRef>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22D6AD5-6168-B411-89A9-90C82303B25C}"/>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EC6DA0-2CB8-AFC5-DB06-AB9235983979}"/>
              </a:ext>
            </a:extLst>
          </p:cNvPr>
          <p:cNvSpPr>
            <a:spLocks noGrp="1"/>
          </p:cNvSpPr>
          <p:nvPr>
            <p:ph type="title"/>
          </p:nvPr>
        </p:nvSpPr>
        <p:spPr>
          <a:xfrm>
            <a:off x="457200" y="2838087"/>
            <a:ext cx="8932653" cy="3312544"/>
          </a:xfrm>
        </p:spPr>
        <p:txBody>
          <a:bodyPr anchor="b">
            <a:normAutofit/>
          </a:bodyPr>
          <a:lstStyle>
            <a:lvl1pPr>
              <a:lnSpc>
                <a:spcPct val="80000"/>
              </a:lnSpc>
              <a:defRPr sz="6600" cap="all" baseline="0">
                <a:solidFill>
                  <a:schemeClr val="tx2">
                    <a:alpha val="55000"/>
                  </a:schemeClr>
                </a:solidFill>
              </a:defRPr>
            </a:lvl1pPr>
          </a:lstStyle>
          <a:p>
            <a:r>
              <a:rPr lang="en-US"/>
              <a:t>Click to edit Master title style</a:t>
            </a:r>
          </a:p>
        </p:txBody>
      </p:sp>
      <p:sp>
        <p:nvSpPr>
          <p:cNvPr id="3" name="Text Placeholder 2">
            <a:extLst>
              <a:ext uri="{FF2B5EF4-FFF2-40B4-BE49-F238E27FC236}">
                <a16:creationId xmlns:a16="http://schemas.microsoft.com/office/drawing/2014/main" id="{88E16A9F-28B9-2207-66D3-D952EB7EC876}"/>
              </a:ext>
            </a:extLst>
          </p:cNvPr>
          <p:cNvSpPr>
            <a:spLocks noGrp="1"/>
          </p:cNvSpPr>
          <p:nvPr>
            <p:ph type="body" idx="1"/>
          </p:nvPr>
        </p:nvSpPr>
        <p:spPr>
          <a:xfrm>
            <a:off x="685800" y="-789870"/>
            <a:ext cx="10515600" cy="638352"/>
          </a:xfrm>
        </p:spPr>
        <p:txBody>
          <a:bodyPr>
            <a:normAutofit/>
          </a:bodyPr>
          <a:lstStyle>
            <a:lvl1pPr marL="0" indent="0">
              <a:buNone/>
              <a:defRPr sz="2000">
                <a:solidFill>
                  <a:schemeClr val="bg2"/>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5" name="Footer Placeholder 4">
            <a:extLst>
              <a:ext uri="{FF2B5EF4-FFF2-40B4-BE49-F238E27FC236}">
                <a16:creationId xmlns:a16="http://schemas.microsoft.com/office/drawing/2014/main" id="{28B3F77F-C41D-1011-B9F4-A5DE814F43EF}"/>
              </a:ext>
            </a:extLst>
          </p:cNvPr>
          <p:cNvSpPr>
            <a:spLocks noGrp="1"/>
          </p:cNvSpPr>
          <p:nvPr>
            <p:ph type="ftr" sz="quarter" idx="11"/>
          </p:nvPr>
        </p:nvSpPr>
        <p:spPr>
          <a:xfrm>
            <a:off x="457200" y="6445997"/>
            <a:ext cx="3751081" cy="365125"/>
          </a:xfrm>
        </p:spPr>
        <p:txBody>
          <a:bodyPr/>
          <a:lstStyle>
            <a:lvl1pPr>
              <a:defRPr>
                <a:solidFill>
                  <a:schemeClr val="tx2"/>
                </a:solidFill>
              </a:defRPr>
            </a:lvl1pPr>
          </a:lstStyle>
          <a:p>
            <a:r>
              <a:rPr lang="en-US"/>
              <a:t>Sample Footer Text</a:t>
            </a:r>
          </a:p>
        </p:txBody>
      </p:sp>
      <p:sp>
        <p:nvSpPr>
          <p:cNvPr id="4" name="Date Placeholder 3">
            <a:extLst>
              <a:ext uri="{FF2B5EF4-FFF2-40B4-BE49-F238E27FC236}">
                <a16:creationId xmlns:a16="http://schemas.microsoft.com/office/drawing/2014/main" id="{E58CD507-925C-84B3-8F49-9F3B91209D8F}"/>
              </a:ext>
            </a:extLst>
          </p:cNvPr>
          <p:cNvSpPr>
            <a:spLocks noGrp="1"/>
          </p:cNvSpPr>
          <p:nvPr>
            <p:ph type="dt" sz="half" idx="10"/>
          </p:nvPr>
        </p:nvSpPr>
        <p:spPr/>
        <p:txBody>
          <a:bodyPr/>
          <a:lstStyle>
            <a:lvl1pPr>
              <a:defRPr>
                <a:solidFill>
                  <a:schemeClr val="tx2"/>
                </a:solidFill>
              </a:defRPr>
            </a:lvl1pPr>
          </a:lstStyle>
          <a:p>
            <a:fld id="{DAC6904D-FBDC-4E1E-863E-C45FAD9DD85B}" type="datetime1">
              <a:rPr lang="en-US" smtClean="0"/>
              <a:t>11/30/2025</a:t>
            </a:fld>
            <a:endParaRPr lang="en-US"/>
          </a:p>
        </p:txBody>
      </p:sp>
      <p:sp>
        <p:nvSpPr>
          <p:cNvPr id="6" name="Slide Number Placeholder 5">
            <a:extLst>
              <a:ext uri="{FF2B5EF4-FFF2-40B4-BE49-F238E27FC236}">
                <a16:creationId xmlns:a16="http://schemas.microsoft.com/office/drawing/2014/main" id="{6C13B4AE-32E8-CAFF-4A3C-6CBE4FFFA843}"/>
              </a:ext>
            </a:extLst>
          </p:cNvPr>
          <p:cNvSpPr>
            <a:spLocks noGrp="1"/>
          </p:cNvSpPr>
          <p:nvPr>
            <p:ph type="sldNum" sz="quarter" idx="12"/>
          </p:nvPr>
        </p:nvSpPr>
        <p:spPr/>
        <p:txBody>
          <a:bodyPr/>
          <a:lstStyle>
            <a:lvl1pPr>
              <a:defRPr>
                <a:solidFill>
                  <a:schemeClr val="tx2"/>
                </a:solidFill>
              </a:defRPr>
            </a:lvl1pPr>
          </a:lstStyle>
          <a:p>
            <a:fld id="{DDF60B60-82CA-4BB9-BA6E-A62FADF2374B}" type="slidenum">
              <a:rPr lang="en-US" smtClean="0"/>
              <a:t>‹#›</a:t>
            </a:fld>
            <a:endParaRPr lang="en-US"/>
          </a:p>
        </p:txBody>
      </p:sp>
      <p:cxnSp>
        <p:nvCxnSpPr>
          <p:cNvPr id="7" name="Straight Connector 6">
            <a:extLst>
              <a:ext uri="{FF2B5EF4-FFF2-40B4-BE49-F238E27FC236}">
                <a16:creationId xmlns:a16="http://schemas.microsoft.com/office/drawing/2014/main" id="{9BFA0DE8-9E4B-D747-CB64-14B8DEDC02EA}"/>
              </a:ext>
            </a:extLst>
          </p:cNvPr>
          <p:cNvCxnSpPr>
            <a:cxnSpLocks/>
          </p:cNvCxnSpPr>
          <p:nvPr/>
        </p:nvCxnSpPr>
        <p:spPr>
          <a:xfrm flipH="1">
            <a:off x="0" y="1367580"/>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11EB75EB-F27E-271A-C843-4096E1F19057}"/>
              </a:ext>
            </a:extLst>
          </p:cNvPr>
          <p:cNvCxnSpPr>
            <a:cxnSpLocks/>
          </p:cNvCxnSpPr>
          <p:nvPr/>
        </p:nvCxnSpPr>
        <p:spPr>
          <a:xfrm flipH="1">
            <a:off x="0" y="6398068"/>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80127866"/>
      </p:ext>
    </p:extLst>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secHead" preserve="1">
  <p:cSld name="Section Header 2">
    <p:bg>
      <p:bgRef idx="1001">
        <a:schemeClr val="bg2"/>
      </p:bgRef>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4BE01F4-F5E6-FB52-8FEA-5927DFC8AA7F}"/>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EC6DA0-2CB8-AFC5-DB06-AB9235983979}"/>
              </a:ext>
            </a:extLst>
          </p:cNvPr>
          <p:cNvSpPr>
            <a:spLocks noGrp="1"/>
          </p:cNvSpPr>
          <p:nvPr>
            <p:ph type="title"/>
          </p:nvPr>
        </p:nvSpPr>
        <p:spPr>
          <a:xfrm>
            <a:off x="457200" y="2968607"/>
            <a:ext cx="8932653" cy="3450568"/>
          </a:xfrm>
        </p:spPr>
        <p:txBody>
          <a:bodyPr anchor="b">
            <a:normAutofit/>
          </a:bodyPr>
          <a:lstStyle>
            <a:lvl1pPr>
              <a:lnSpc>
                <a:spcPct val="80000"/>
              </a:lnSpc>
              <a:defRPr sz="6600" cap="all" baseline="0">
                <a:solidFill>
                  <a:schemeClr val="tx2">
                    <a:lumMod val="90000"/>
                    <a:alpha val="65000"/>
                  </a:schemeClr>
                </a:solidFill>
              </a:defRPr>
            </a:lvl1pPr>
          </a:lstStyle>
          <a:p>
            <a:r>
              <a:rPr lang="en-US"/>
              <a:t>Click to edit Master title style</a:t>
            </a:r>
          </a:p>
        </p:txBody>
      </p:sp>
      <p:sp>
        <p:nvSpPr>
          <p:cNvPr id="3" name="Text Placeholder 2">
            <a:extLst>
              <a:ext uri="{FF2B5EF4-FFF2-40B4-BE49-F238E27FC236}">
                <a16:creationId xmlns:a16="http://schemas.microsoft.com/office/drawing/2014/main" id="{88E16A9F-28B9-2207-66D3-D952EB7EC876}"/>
              </a:ext>
            </a:extLst>
          </p:cNvPr>
          <p:cNvSpPr>
            <a:spLocks noGrp="1"/>
          </p:cNvSpPr>
          <p:nvPr>
            <p:ph type="body" idx="1"/>
          </p:nvPr>
        </p:nvSpPr>
        <p:spPr>
          <a:xfrm>
            <a:off x="685800" y="-789870"/>
            <a:ext cx="10515600" cy="638352"/>
          </a:xfrm>
        </p:spPr>
        <p:txBody>
          <a:bodyPr>
            <a:normAutofit/>
          </a:bodyPr>
          <a:lstStyle>
            <a:lvl1pPr marL="0" indent="0">
              <a:buNone/>
              <a:defRPr sz="2000">
                <a:solidFill>
                  <a:schemeClr val="bg2"/>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5" name="Footer Placeholder 4">
            <a:extLst>
              <a:ext uri="{FF2B5EF4-FFF2-40B4-BE49-F238E27FC236}">
                <a16:creationId xmlns:a16="http://schemas.microsoft.com/office/drawing/2014/main" id="{28B3F77F-C41D-1011-B9F4-A5DE814F43EF}"/>
              </a:ext>
            </a:extLst>
          </p:cNvPr>
          <p:cNvSpPr>
            <a:spLocks noGrp="1"/>
          </p:cNvSpPr>
          <p:nvPr>
            <p:ph type="ftr" sz="quarter" idx="11"/>
          </p:nvPr>
        </p:nvSpPr>
        <p:spPr>
          <a:xfrm>
            <a:off x="457200" y="6445997"/>
            <a:ext cx="3751081" cy="365125"/>
          </a:xfrm>
        </p:spPr>
        <p:txBody>
          <a:bodyPr/>
          <a:lstStyle>
            <a:lvl1pPr>
              <a:defRPr>
                <a:solidFill>
                  <a:schemeClr val="tx2"/>
                </a:solidFill>
              </a:defRPr>
            </a:lvl1pPr>
          </a:lstStyle>
          <a:p>
            <a:r>
              <a:rPr lang="en-US"/>
              <a:t>Sample Footer Text</a:t>
            </a:r>
          </a:p>
        </p:txBody>
      </p:sp>
      <p:sp>
        <p:nvSpPr>
          <p:cNvPr id="4" name="Date Placeholder 3">
            <a:extLst>
              <a:ext uri="{FF2B5EF4-FFF2-40B4-BE49-F238E27FC236}">
                <a16:creationId xmlns:a16="http://schemas.microsoft.com/office/drawing/2014/main" id="{E58CD507-925C-84B3-8F49-9F3B91209D8F}"/>
              </a:ext>
            </a:extLst>
          </p:cNvPr>
          <p:cNvSpPr>
            <a:spLocks noGrp="1"/>
          </p:cNvSpPr>
          <p:nvPr>
            <p:ph type="dt" sz="half" idx="10"/>
          </p:nvPr>
        </p:nvSpPr>
        <p:spPr/>
        <p:txBody>
          <a:bodyPr/>
          <a:lstStyle>
            <a:lvl1pPr>
              <a:defRPr>
                <a:solidFill>
                  <a:schemeClr val="tx2"/>
                </a:solidFill>
              </a:defRPr>
            </a:lvl1pPr>
          </a:lstStyle>
          <a:p>
            <a:fld id="{955570C2-432E-4238-AE9E-852D979BFC70}" type="datetime1">
              <a:rPr lang="en-US" smtClean="0"/>
              <a:t>11/30/2025</a:t>
            </a:fld>
            <a:endParaRPr lang="en-US"/>
          </a:p>
        </p:txBody>
      </p:sp>
      <p:sp>
        <p:nvSpPr>
          <p:cNvPr id="6" name="Slide Number Placeholder 5">
            <a:extLst>
              <a:ext uri="{FF2B5EF4-FFF2-40B4-BE49-F238E27FC236}">
                <a16:creationId xmlns:a16="http://schemas.microsoft.com/office/drawing/2014/main" id="{6C13B4AE-32E8-CAFF-4A3C-6CBE4FFFA843}"/>
              </a:ext>
            </a:extLst>
          </p:cNvPr>
          <p:cNvSpPr>
            <a:spLocks noGrp="1"/>
          </p:cNvSpPr>
          <p:nvPr>
            <p:ph type="sldNum" sz="quarter" idx="12"/>
          </p:nvPr>
        </p:nvSpPr>
        <p:spPr/>
        <p:txBody>
          <a:bodyPr/>
          <a:lstStyle>
            <a:lvl1pPr>
              <a:defRPr>
                <a:solidFill>
                  <a:schemeClr val="tx2"/>
                </a:solidFill>
              </a:defRPr>
            </a:lvl1pPr>
          </a:lstStyle>
          <a:p>
            <a:fld id="{DDF60B60-82CA-4BB9-BA6E-A62FADF2374B}" type="slidenum">
              <a:rPr lang="en-US" smtClean="0"/>
              <a:t>‹#›</a:t>
            </a:fld>
            <a:endParaRPr lang="en-US"/>
          </a:p>
        </p:txBody>
      </p:sp>
      <p:cxnSp>
        <p:nvCxnSpPr>
          <p:cNvPr id="7" name="Straight Connector 6">
            <a:extLst>
              <a:ext uri="{FF2B5EF4-FFF2-40B4-BE49-F238E27FC236}">
                <a16:creationId xmlns:a16="http://schemas.microsoft.com/office/drawing/2014/main" id="{9BFA0DE8-9E4B-D747-CB64-14B8DEDC02EA}"/>
              </a:ext>
            </a:extLst>
          </p:cNvPr>
          <p:cNvCxnSpPr>
            <a:cxnSpLocks/>
          </p:cNvCxnSpPr>
          <p:nvPr/>
        </p:nvCxnSpPr>
        <p:spPr>
          <a:xfrm flipH="1">
            <a:off x="0" y="459932"/>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795FFB35-3AE5-1BED-838E-1C6BC98721BC}"/>
              </a:ext>
            </a:extLst>
          </p:cNvPr>
          <p:cNvCxnSpPr>
            <a:cxnSpLocks/>
          </p:cNvCxnSpPr>
          <p:nvPr/>
        </p:nvCxnSpPr>
        <p:spPr>
          <a:xfrm>
            <a:off x="11734800"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19179777"/>
      </p:ext>
    </p:extLst>
  </p:cSld>
  <p:clrMapOvr>
    <a:overrideClrMapping bg1="dk1" tx1="lt1" bg2="dk2" tx2="lt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cSld name="Agenda">
    <p:bg>
      <p:bgRef idx="1001">
        <a:schemeClr val="bg1"/>
      </p:bgRef>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E02D18C4-A1A8-6CA4-B4A2-0E9791DC7F71}"/>
              </a:ext>
            </a:extLst>
          </p:cNvPr>
          <p:cNvSpPr/>
          <p:nvPr/>
        </p:nvSpPr>
        <p:spPr>
          <a:xfrm>
            <a:off x="0" y="0"/>
            <a:ext cx="12192000" cy="6858000"/>
          </a:xfrm>
          <a:prstGeom prst="rect">
            <a:avLst/>
          </a:prstGeom>
          <a:solidFill>
            <a:schemeClr val="bg2">
              <a:lumMod val="90000"/>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457201" y="463362"/>
            <a:ext cx="11122507" cy="1162632"/>
          </a:xfrm>
        </p:spPr>
        <p:txBody>
          <a:bodyPr anchor="ctr">
            <a:normAutofit/>
          </a:bodyPr>
          <a:lstStyle>
            <a:lvl1pPr>
              <a:defRPr sz="7200" cap="all" baseline="0">
                <a:solidFill>
                  <a:schemeClr val="accent1"/>
                </a:solidFill>
              </a:defRPr>
            </a:lvl1pPr>
          </a:lstStyle>
          <a:p>
            <a:r>
              <a:rPr lang="en-US"/>
              <a:t>Click to edit Master title style</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5479085" y="2249592"/>
            <a:ext cx="6100623" cy="3787062"/>
          </a:xfrm>
        </p:spPr>
        <p:txBody>
          <a:bodyPr vert="horz" lIns="91440" tIns="45720" rIns="91440" bIns="45720" rtlCol="0">
            <a:normAutofit/>
          </a:bodyPr>
          <a:lstStyle>
            <a:lvl1pPr marL="457200" indent="-457200">
              <a:buFont typeface="+mj-lt"/>
              <a:buAutoNum type="arabicPeriod"/>
              <a:defRPr lang="en-US" sz="2000" dirty="0">
                <a:solidFill>
                  <a:schemeClr val="tx2"/>
                </a:solidFill>
              </a:defRPr>
            </a:lvl1pPr>
            <a:lvl2pPr marL="571500" indent="-342900">
              <a:buFont typeface="+mj-lt"/>
              <a:buAutoNum type="arabicPeriod"/>
              <a:defRPr lang="en-US" sz="1800" dirty="0">
                <a:solidFill>
                  <a:schemeClr val="tx2"/>
                </a:solidFill>
              </a:defRPr>
            </a:lvl2pPr>
            <a:lvl3pPr marL="800100" indent="-342900">
              <a:buFont typeface="+mj-lt"/>
              <a:buAutoNum type="arabicPeriod"/>
              <a:defRPr lang="en-US" sz="1600" dirty="0">
                <a:solidFill>
                  <a:schemeClr val="tx2"/>
                </a:solidFill>
              </a:defRPr>
            </a:lvl3pPr>
            <a:lvl4pPr marL="1028700" indent="-342900">
              <a:buFont typeface="+mj-lt"/>
              <a:buAutoNum type="arabicPeriod"/>
              <a:defRPr lang="en-US" sz="1400" dirty="0">
                <a:solidFill>
                  <a:schemeClr val="tx2"/>
                </a:solidFill>
              </a:defRPr>
            </a:lvl4pPr>
            <a:lvl5pPr marL="1257300" indent="-342900">
              <a:buFont typeface="+mj-lt"/>
              <a:buAutoNum type="arabicPeriod"/>
              <a:defRPr lang="en-US" sz="1400" dirty="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457200" y="6445997"/>
            <a:ext cx="3949302" cy="365125"/>
          </a:xfrm>
        </p:spPr>
        <p:txBody>
          <a:bodyPr/>
          <a:lstStyle>
            <a:lvl1pPr>
              <a:defRPr>
                <a:solidFill>
                  <a:schemeClr val="tx2"/>
                </a:solidFill>
              </a:defRPr>
            </a:lvl1pPr>
          </a:lstStyle>
          <a:p>
            <a:r>
              <a:rPr lang="en-US"/>
              <a:t>Sample Footer Text</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lvl1pPr>
              <a:defRPr>
                <a:solidFill>
                  <a:schemeClr val="tx2"/>
                </a:solidFill>
              </a:defRPr>
            </a:lvl1pPr>
          </a:lstStyle>
          <a:p>
            <a:fld id="{30A4DEF6-D0A5-424B-A38E-B8028C0E0D08}" type="datetime1">
              <a:rPr lang="en-US" smtClean="0"/>
              <a:t>11/30/2025</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lvl1pPr>
              <a:defRPr>
                <a:solidFill>
                  <a:schemeClr val="tx2"/>
                </a:solidFill>
              </a:defRPr>
            </a:lvl1pPr>
          </a:lstStyle>
          <a:p>
            <a:fld id="{DDF60B60-82CA-4BB9-BA6E-A62FADF2374B}" type="slidenum">
              <a:rPr lang="en-US" smtClean="0"/>
              <a:t>‹#›</a:t>
            </a:fld>
            <a:endParaRPr lang="en-US"/>
          </a:p>
        </p:txBody>
      </p:sp>
      <p:cxnSp>
        <p:nvCxnSpPr>
          <p:cNvPr id="11" name="Straight Connector 10">
            <a:extLst>
              <a:ext uri="{FF2B5EF4-FFF2-40B4-BE49-F238E27FC236}">
                <a16:creationId xmlns:a16="http://schemas.microsoft.com/office/drawing/2014/main" id="{F06406B2-3637-5849-867E-A0ADC9D9DDA5}"/>
              </a:ext>
            </a:extLst>
          </p:cNvPr>
          <p:cNvCxnSpPr>
            <a:cxnSpLocks/>
          </p:cNvCxnSpPr>
          <p:nvPr/>
        </p:nvCxnSpPr>
        <p:spPr>
          <a:xfrm flipH="1">
            <a:off x="0" y="1822345"/>
            <a:ext cx="12192000" cy="0"/>
          </a:xfrm>
          <a:prstGeom prst="line">
            <a:avLst/>
          </a:prstGeom>
          <a:ln w="12700">
            <a:solidFill>
              <a:schemeClr val="tx1">
                <a:lumMod val="75000"/>
                <a:lumOff val="2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40E47964-42E3-09B6-4B3F-96D1060D072B}"/>
              </a:ext>
            </a:extLst>
          </p:cNvPr>
          <p:cNvCxnSpPr>
            <a:cxnSpLocks/>
          </p:cNvCxnSpPr>
          <p:nvPr/>
        </p:nvCxnSpPr>
        <p:spPr>
          <a:xfrm flipH="1">
            <a:off x="0" y="6398068"/>
            <a:ext cx="12192000" cy="0"/>
          </a:xfrm>
          <a:prstGeom prst="line">
            <a:avLst/>
          </a:prstGeom>
          <a:ln w="9525">
            <a:solidFill>
              <a:schemeClr val="tx1">
                <a:lumMod val="75000"/>
                <a:lumOff val="25000"/>
                <a:alpha val="3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3126687"/>
      </p:ext>
    </p:extLst>
  </p:cSld>
  <p:clrMapOvr>
    <a:overrideClrMapping bg1="lt1" tx1="dk1" bg2="lt2" tx2="dk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Agenda 2">
    <p:bg>
      <p:bgRef idx="1001">
        <a:schemeClr val="bg1"/>
      </p:bgRef>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858E6B6D-2F30-4BA9-2B55-62940E3BFCA3}"/>
              </a:ext>
            </a:extLst>
          </p:cNvPr>
          <p:cNvSpPr/>
          <p:nvPr/>
        </p:nvSpPr>
        <p:spPr>
          <a:xfrm>
            <a:off x="0" y="0"/>
            <a:ext cx="12192000" cy="6858000"/>
          </a:xfrm>
          <a:prstGeom prst="rect">
            <a:avLst/>
          </a:prstGeom>
          <a:solidFill>
            <a:schemeClr val="bg2">
              <a:lumMod val="90000"/>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457201" y="1118941"/>
            <a:ext cx="6565392" cy="5200516"/>
          </a:xfrm>
        </p:spPr>
        <p:txBody>
          <a:bodyPr anchor="b">
            <a:normAutofit/>
          </a:bodyPr>
          <a:lstStyle>
            <a:lvl1pPr>
              <a:lnSpc>
                <a:spcPct val="80000"/>
              </a:lnSpc>
              <a:defRPr sz="8000" cap="all" baseline="0">
                <a:solidFill>
                  <a:schemeClr val="accent1"/>
                </a:solidFill>
              </a:defRPr>
            </a:lvl1pPr>
          </a:lstStyle>
          <a:p>
            <a:r>
              <a:rPr lang="en-US"/>
              <a:t>Click to edit Master title style</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7857689" y="532759"/>
            <a:ext cx="3877110" cy="5463437"/>
          </a:xfrm>
        </p:spPr>
        <p:txBody>
          <a:bodyPr vert="horz" lIns="91440" tIns="45720" rIns="91440" bIns="45720" rtlCol="0">
            <a:normAutofit/>
          </a:bodyPr>
          <a:lstStyle>
            <a:lvl1pPr marL="457200" indent="-457200">
              <a:buFont typeface="+mj-lt"/>
              <a:buAutoNum type="arabicPeriod"/>
              <a:defRPr lang="en-US" sz="1800" dirty="0">
                <a:solidFill>
                  <a:schemeClr val="tx2"/>
                </a:solidFill>
              </a:defRPr>
            </a:lvl1pPr>
            <a:lvl2pPr marL="571500" indent="-342900">
              <a:buFont typeface="+mj-lt"/>
              <a:buAutoNum type="arabicPeriod"/>
              <a:defRPr lang="en-US" sz="1600" dirty="0">
                <a:solidFill>
                  <a:schemeClr val="tx2"/>
                </a:solidFill>
              </a:defRPr>
            </a:lvl2pPr>
            <a:lvl3pPr marL="800100" indent="-342900">
              <a:buFont typeface="+mj-lt"/>
              <a:buAutoNum type="arabicPeriod"/>
              <a:defRPr lang="en-US" sz="1600" dirty="0">
                <a:solidFill>
                  <a:schemeClr val="tx2"/>
                </a:solidFill>
              </a:defRPr>
            </a:lvl3pPr>
            <a:lvl4pPr marL="1028700" indent="-342900">
              <a:buFont typeface="+mj-lt"/>
              <a:buAutoNum type="arabicPeriod"/>
              <a:defRPr lang="en-US" sz="1400" dirty="0">
                <a:solidFill>
                  <a:schemeClr val="tx2"/>
                </a:solidFill>
              </a:defRPr>
            </a:lvl4pPr>
            <a:lvl5pPr marL="1257300" indent="-342900">
              <a:buFont typeface="+mj-lt"/>
              <a:buAutoNum type="arabicPeriod"/>
              <a:defRPr lang="en-US" sz="1400" dirty="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457200" y="6445997"/>
            <a:ext cx="3949302" cy="365125"/>
          </a:xfrm>
        </p:spPr>
        <p:txBody>
          <a:bodyPr/>
          <a:lstStyle>
            <a:lvl1pPr>
              <a:defRPr>
                <a:solidFill>
                  <a:schemeClr val="tx2"/>
                </a:solidFill>
              </a:defRPr>
            </a:lvl1pPr>
          </a:lstStyle>
          <a:p>
            <a:r>
              <a:rPr lang="en-US"/>
              <a:t>Sample Footer Text</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lvl1pPr>
              <a:defRPr>
                <a:solidFill>
                  <a:schemeClr val="tx2"/>
                </a:solidFill>
              </a:defRPr>
            </a:lvl1pPr>
          </a:lstStyle>
          <a:p>
            <a:fld id="{AC46AD62-1AB6-4EFB-8DBD-6D00C7B465F9}" type="datetime1">
              <a:rPr lang="en-US" smtClean="0"/>
              <a:t>11/30/2025</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lvl1pPr>
              <a:defRPr>
                <a:solidFill>
                  <a:schemeClr val="tx2"/>
                </a:solidFill>
              </a:defRPr>
            </a:lvl1pPr>
          </a:lstStyle>
          <a:p>
            <a:fld id="{DDF60B60-82CA-4BB9-BA6E-A62FADF2374B}" type="slidenum">
              <a:rPr lang="en-US" smtClean="0"/>
              <a:t>‹#›</a:t>
            </a:fld>
            <a:endParaRPr lang="en-US"/>
          </a:p>
        </p:txBody>
      </p:sp>
      <p:cxnSp>
        <p:nvCxnSpPr>
          <p:cNvPr id="15" name="Straight Connector 14">
            <a:extLst>
              <a:ext uri="{FF2B5EF4-FFF2-40B4-BE49-F238E27FC236}">
                <a16:creationId xmlns:a16="http://schemas.microsoft.com/office/drawing/2014/main" id="{40E47964-42E3-09B6-4B3F-96D1060D072B}"/>
              </a:ext>
            </a:extLst>
          </p:cNvPr>
          <p:cNvCxnSpPr>
            <a:cxnSpLocks/>
          </p:cNvCxnSpPr>
          <p:nvPr/>
        </p:nvCxnSpPr>
        <p:spPr>
          <a:xfrm flipH="1">
            <a:off x="0" y="6398068"/>
            <a:ext cx="12192000" cy="0"/>
          </a:xfrm>
          <a:prstGeom prst="line">
            <a:avLst/>
          </a:prstGeom>
          <a:ln w="9525">
            <a:solidFill>
              <a:schemeClr val="tx1">
                <a:lumMod val="75000"/>
                <a:lumOff val="2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25DD64E6-257D-65B2-D2A7-6A1002E1E580}"/>
              </a:ext>
            </a:extLst>
          </p:cNvPr>
          <p:cNvCxnSpPr>
            <a:cxnSpLocks/>
          </p:cNvCxnSpPr>
          <p:nvPr/>
        </p:nvCxnSpPr>
        <p:spPr>
          <a:xfrm>
            <a:off x="7400490"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65767442"/>
      </p:ext>
    </p:extLst>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Agenda with Picture">
    <p:bg>
      <p:bgRef idx="1001">
        <a:schemeClr val="bg1"/>
      </p:bgRef>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B0D0A563-F018-FFF1-B911-D69E42CEEAA5}"/>
              </a:ext>
            </a:extLst>
          </p:cNvPr>
          <p:cNvSpPr/>
          <p:nvPr/>
        </p:nvSpPr>
        <p:spPr>
          <a:xfrm>
            <a:off x="0" y="0"/>
            <a:ext cx="12192000" cy="6858000"/>
          </a:xfrm>
          <a:prstGeom prst="rect">
            <a:avLst/>
          </a:prstGeom>
          <a:solidFill>
            <a:schemeClr val="bg2">
              <a:lumMod val="90000"/>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457201" y="463362"/>
            <a:ext cx="11130279" cy="1162632"/>
          </a:xfrm>
        </p:spPr>
        <p:txBody>
          <a:bodyPr anchor="ctr">
            <a:normAutofit/>
          </a:bodyPr>
          <a:lstStyle>
            <a:lvl1pPr>
              <a:defRPr sz="7200" cap="all" baseline="0">
                <a:solidFill>
                  <a:schemeClr val="accent1"/>
                </a:solidFill>
              </a:defRPr>
            </a:lvl1pPr>
          </a:lstStyle>
          <a:p>
            <a:r>
              <a:rPr lang="en-US"/>
              <a:t>Click to edit Master title style</a:t>
            </a:r>
          </a:p>
        </p:txBody>
      </p:sp>
      <p:sp>
        <p:nvSpPr>
          <p:cNvPr id="8" name="Picture Placeholder 7">
            <a:extLst>
              <a:ext uri="{FF2B5EF4-FFF2-40B4-BE49-F238E27FC236}">
                <a16:creationId xmlns:a16="http://schemas.microsoft.com/office/drawing/2014/main" id="{5DA2B1BE-7DDF-C8B4-6A46-21B5A0257D08}"/>
              </a:ext>
            </a:extLst>
          </p:cNvPr>
          <p:cNvSpPr>
            <a:spLocks noGrp="1"/>
          </p:cNvSpPr>
          <p:nvPr>
            <p:ph type="pic" sz="quarter" idx="14" hasCustomPrompt="1"/>
          </p:nvPr>
        </p:nvSpPr>
        <p:spPr>
          <a:xfrm>
            <a:off x="-8364" y="1830708"/>
            <a:ext cx="5321063" cy="4563927"/>
          </a:xfrm>
          <a:blipFill dpi="0" rotWithShape="1">
            <a:blip r:embed="rId2">
              <a:alphaModFix amt="80000"/>
            </a:blip>
            <a:srcRect/>
            <a:stretch>
              <a:fillRect/>
            </a:stretch>
          </a:blipFill>
        </p:spPr>
        <p:txBody>
          <a:bodyPr/>
          <a:lstStyle>
            <a:lvl1pPr marL="0" indent="0">
              <a:buNone/>
              <a:defRPr/>
            </a:lvl1pPr>
          </a:lstStyle>
          <a:p>
            <a:r>
              <a:rPr lang="en-US"/>
              <a:t> </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5846552" y="2191025"/>
            <a:ext cx="5733156" cy="3894807"/>
          </a:xfrm>
        </p:spPr>
        <p:txBody>
          <a:bodyPr vert="horz" lIns="91440" tIns="45720" rIns="91440" bIns="45720" rtlCol="0">
            <a:normAutofit/>
          </a:bodyPr>
          <a:lstStyle>
            <a:lvl1pPr marL="457200" indent="-457200">
              <a:buFont typeface="+mj-lt"/>
              <a:buAutoNum type="arabicPeriod"/>
              <a:defRPr lang="en-US" sz="2000" dirty="0">
                <a:solidFill>
                  <a:schemeClr val="tx2"/>
                </a:solidFill>
              </a:defRPr>
            </a:lvl1pPr>
            <a:lvl2pPr marL="571500" indent="-342900">
              <a:buFont typeface="+mj-lt"/>
              <a:buAutoNum type="arabicPeriod"/>
              <a:defRPr lang="en-US" sz="1800" dirty="0">
                <a:solidFill>
                  <a:schemeClr val="tx2"/>
                </a:solidFill>
              </a:defRPr>
            </a:lvl2pPr>
            <a:lvl3pPr marL="800100" indent="-342900">
              <a:buFont typeface="+mj-lt"/>
              <a:buAutoNum type="arabicPeriod"/>
              <a:defRPr lang="en-US" sz="1600" dirty="0">
                <a:solidFill>
                  <a:schemeClr val="tx2"/>
                </a:solidFill>
              </a:defRPr>
            </a:lvl3pPr>
            <a:lvl4pPr marL="1028700" indent="-342900">
              <a:buFont typeface="+mj-lt"/>
              <a:buAutoNum type="arabicPeriod"/>
              <a:defRPr lang="en-US" sz="1400" dirty="0">
                <a:solidFill>
                  <a:schemeClr val="tx2"/>
                </a:solidFill>
              </a:defRPr>
            </a:lvl4pPr>
            <a:lvl5pPr marL="1257300" indent="-342900">
              <a:buFont typeface="+mj-lt"/>
              <a:buAutoNum type="arabicPeriod"/>
              <a:defRPr lang="en-US" sz="1400" dirty="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457200" y="6445997"/>
            <a:ext cx="3949302" cy="365125"/>
          </a:xfrm>
        </p:spPr>
        <p:txBody>
          <a:bodyPr/>
          <a:lstStyle>
            <a:lvl1pPr>
              <a:defRPr>
                <a:solidFill>
                  <a:schemeClr val="tx2"/>
                </a:solidFill>
              </a:defRPr>
            </a:lvl1pPr>
          </a:lstStyle>
          <a:p>
            <a:r>
              <a:rPr lang="en-US"/>
              <a:t>Sample Footer Text</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lvl1pPr>
              <a:defRPr>
                <a:solidFill>
                  <a:schemeClr val="tx2"/>
                </a:solidFill>
              </a:defRPr>
            </a:lvl1pPr>
          </a:lstStyle>
          <a:p>
            <a:fld id="{2B09C6DF-0139-4F07-BF9C-4309D0C9DCA6}" type="datetime1">
              <a:rPr lang="en-US" smtClean="0"/>
              <a:t>11/30/2025</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lvl1pPr>
              <a:defRPr>
                <a:solidFill>
                  <a:schemeClr val="tx2"/>
                </a:solidFill>
              </a:defRPr>
            </a:lvl1pPr>
          </a:lstStyle>
          <a:p>
            <a:fld id="{DDF60B60-82CA-4BB9-BA6E-A62FADF2374B}" type="slidenum">
              <a:rPr lang="en-US" smtClean="0"/>
              <a:t>‹#›</a:t>
            </a:fld>
            <a:endParaRPr lang="en-US"/>
          </a:p>
        </p:txBody>
      </p:sp>
      <p:cxnSp>
        <p:nvCxnSpPr>
          <p:cNvPr id="11" name="Straight Connector 10">
            <a:extLst>
              <a:ext uri="{FF2B5EF4-FFF2-40B4-BE49-F238E27FC236}">
                <a16:creationId xmlns:a16="http://schemas.microsoft.com/office/drawing/2014/main" id="{F06406B2-3637-5849-867E-A0ADC9D9DDA5}"/>
              </a:ext>
            </a:extLst>
          </p:cNvPr>
          <p:cNvCxnSpPr>
            <a:cxnSpLocks/>
          </p:cNvCxnSpPr>
          <p:nvPr/>
        </p:nvCxnSpPr>
        <p:spPr>
          <a:xfrm flipH="1">
            <a:off x="0" y="1822345"/>
            <a:ext cx="12192000" cy="0"/>
          </a:xfrm>
          <a:prstGeom prst="line">
            <a:avLst/>
          </a:prstGeom>
          <a:ln w="9525">
            <a:solidFill>
              <a:schemeClr val="tx1">
                <a:lumMod val="75000"/>
                <a:lumOff val="2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40E47964-42E3-09B6-4B3F-96D1060D072B}"/>
              </a:ext>
            </a:extLst>
          </p:cNvPr>
          <p:cNvCxnSpPr>
            <a:cxnSpLocks/>
          </p:cNvCxnSpPr>
          <p:nvPr/>
        </p:nvCxnSpPr>
        <p:spPr>
          <a:xfrm flipH="1">
            <a:off x="0" y="6398068"/>
            <a:ext cx="12192000" cy="0"/>
          </a:xfrm>
          <a:prstGeom prst="line">
            <a:avLst/>
          </a:prstGeom>
          <a:ln w="9525">
            <a:solidFill>
              <a:schemeClr val="tx1">
                <a:lumMod val="75000"/>
                <a:lumOff val="2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25DD64E6-257D-65B2-D2A7-6A1002E1E580}"/>
              </a:ext>
            </a:extLst>
          </p:cNvPr>
          <p:cNvCxnSpPr>
            <a:cxnSpLocks/>
          </p:cNvCxnSpPr>
          <p:nvPr/>
        </p:nvCxnSpPr>
        <p:spPr>
          <a:xfrm>
            <a:off x="5321065" y="1822345"/>
            <a:ext cx="0" cy="5035655"/>
          </a:xfrm>
          <a:prstGeom prst="line">
            <a:avLst/>
          </a:prstGeom>
          <a:ln w="9525">
            <a:solidFill>
              <a:schemeClr val="tx1">
                <a:lumMod val="75000"/>
                <a:lumOff val="25000"/>
                <a:alpha val="3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09607881"/>
      </p:ext>
    </p:extLst>
  </p:cSld>
  <p:clrMapOvr>
    <a:overrideClrMapping bg1="lt1" tx1="dk1" bg2="lt2" tx2="dk2" accent1="accent1" accent2="accent2" accent3="accent3" accent4="accent4" accent5="accent5" accent6="accent6" hlink="hlink" folHlink="folHlink"/>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8AB8C-6B7B-EBD3-4D71-F5150448D3B6}"/>
              </a:ext>
            </a:extLst>
          </p:cNvPr>
          <p:cNvSpPr>
            <a:spLocks noGrp="1"/>
          </p:cNvSpPr>
          <p:nvPr>
            <p:ph type="title"/>
          </p:nvPr>
        </p:nvSpPr>
        <p:spPr>
          <a:xfrm>
            <a:off x="2919167" y="860128"/>
            <a:ext cx="6353666" cy="1711083"/>
          </a:xfrm>
        </p:spPr>
        <p:txBody>
          <a:bodyPr anchor="b">
            <a:normAutofit/>
          </a:bodyPr>
          <a:lstStyle>
            <a:lvl1pPr algn="ctr">
              <a:defRPr sz="3200">
                <a:solidFill>
                  <a:schemeClr val="tx2"/>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00327223-CF88-A3FD-E8DF-370D7C19B1B6}"/>
              </a:ext>
            </a:extLst>
          </p:cNvPr>
          <p:cNvSpPr>
            <a:spLocks noGrp="1"/>
          </p:cNvSpPr>
          <p:nvPr>
            <p:ph idx="1"/>
          </p:nvPr>
        </p:nvSpPr>
        <p:spPr>
          <a:xfrm>
            <a:off x="3306618" y="3155112"/>
            <a:ext cx="5578764" cy="2442120"/>
          </a:xfrm>
        </p:spPr>
        <p:txBody>
          <a:bodyPr anchor="t"/>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A7E38D70-266E-0D00-4BB2-CEF20A35B76C}"/>
              </a:ext>
            </a:extLst>
          </p:cNvPr>
          <p:cNvSpPr>
            <a:spLocks noGrp="1"/>
          </p:cNvSpPr>
          <p:nvPr>
            <p:ph type="ftr" sz="quarter" idx="11"/>
          </p:nvPr>
        </p:nvSpPr>
        <p:spPr>
          <a:xfrm>
            <a:off x="457200" y="6445997"/>
            <a:ext cx="3949302" cy="365125"/>
          </a:xfrm>
        </p:spPr>
        <p:txBody>
          <a:bodyPr/>
          <a:lstStyle/>
          <a:p>
            <a:r>
              <a:rPr lang="en-US"/>
              <a:t>Sample Footer Text</a:t>
            </a:r>
          </a:p>
        </p:txBody>
      </p:sp>
      <p:sp>
        <p:nvSpPr>
          <p:cNvPr id="4" name="Date Placeholder 3">
            <a:extLst>
              <a:ext uri="{FF2B5EF4-FFF2-40B4-BE49-F238E27FC236}">
                <a16:creationId xmlns:a16="http://schemas.microsoft.com/office/drawing/2014/main" id="{ADC28223-FDFF-908F-158A-3401127BA5C7}"/>
              </a:ext>
            </a:extLst>
          </p:cNvPr>
          <p:cNvSpPr>
            <a:spLocks noGrp="1"/>
          </p:cNvSpPr>
          <p:nvPr>
            <p:ph type="dt" sz="half" idx="10"/>
          </p:nvPr>
        </p:nvSpPr>
        <p:spPr/>
        <p:txBody>
          <a:bodyPr/>
          <a:lstStyle/>
          <a:p>
            <a:fld id="{BF50FAFF-A1AC-4B36-A522-D3A2BD4C7FC3}" type="datetime1">
              <a:rPr lang="en-US" smtClean="0"/>
              <a:t>11/30/2025</a:t>
            </a:fld>
            <a:endParaRPr lang="en-US"/>
          </a:p>
        </p:txBody>
      </p:sp>
      <p:sp>
        <p:nvSpPr>
          <p:cNvPr id="6" name="Slide Number Placeholder 5">
            <a:extLst>
              <a:ext uri="{FF2B5EF4-FFF2-40B4-BE49-F238E27FC236}">
                <a16:creationId xmlns:a16="http://schemas.microsoft.com/office/drawing/2014/main" id="{9A1F0CF0-00B7-2F2A-2E49-88AB87A201E2}"/>
              </a:ext>
            </a:extLst>
          </p:cNvPr>
          <p:cNvSpPr>
            <a:spLocks noGrp="1"/>
          </p:cNvSpPr>
          <p:nvPr>
            <p:ph type="sldNum" sz="quarter" idx="12"/>
          </p:nvPr>
        </p:nvSpPr>
        <p:spPr/>
        <p:txBody>
          <a:bodyPr/>
          <a:lstStyle/>
          <a:p>
            <a:fld id="{DDF60B60-82CA-4BB9-BA6E-A62FADF2374B}" type="slidenum">
              <a:rPr lang="en-US" smtClean="0"/>
              <a:t>‹#›</a:t>
            </a:fld>
            <a:endParaRPr lang="en-US"/>
          </a:p>
        </p:txBody>
      </p:sp>
      <p:cxnSp>
        <p:nvCxnSpPr>
          <p:cNvPr id="8" name="Straight Connector 7">
            <a:extLst>
              <a:ext uri="{FF2B5EF4-FFF2-40B4-BE49-F238E27FC236}">
                <a16:creationId xmlns:a16="http://schemas.microsoft.com/office/drawing/2014/main" id="{2682F24D-05C9-B6C7-3A94-C06130BFE9B2}"/>
              </a:ext>
            </a:extLst>
          </p:cNvPr>
          <p:cNvCxnSpPr>
            <a:cxnSpLocks/>
          </p:cNvCxnSpPr>
          <p:nvPr/>
        </p:nvCxnSpPr>
        <p:spPr>
          <a:xfrm flipH="1">
            <a:off x="0" y="2783179"/>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6293223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8AB8C-6B7B-EBD3-4D71-F5150448D3B6}"/>
              </a:ext>
            </a:extLst>
          </p:cNvPr>
          <p:cNvSpPr>
            <a:spLocks noGrp="1"/>
          </p:cNvSpPr>
          <p:nvPr>
            <p:ph type="title"/>
          </p:nvPr>
        </p:nvSpPr>
        <p:spPr>
          <a:xfrm>
            <a:off x="3494711" y="845617"/>
            <a:ext cx="5897862" cy="1436331"/>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00327223-CF88-A3FD-E8DF-370D7C19B1B6}"/>
              </a:ext>
            </a:extLst>
          </p:cNvPr>
          <p:cNvSpPr>
            <a:spLocks noGrp="1"/>
          </p:cNvSpPr>
          <p:nvPr>
            <p:ph idx="1"/>
          </p:nvPr>
        </p:nvSpPr>
        <p:spPr>
          <a:xfrm>
            <a:off x="3494711" y="2910484"/>
            <a:ext cx="5897862" cy="306638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A7E38D70-266E-0D00-4BB2-CEF20A35B76C}"/>
              </a:ext>
            </a:extLst>
          </p:cNvPr>
          <p:cNvSpPr>
            <a:spLocks noGrp="1"/>
          </p:cNvSpPr>
          <p:nvPr>
            <p:ph type="ftr" sz="quarter" idx="11"/>
          </p:nvPr>
        </p:nvSpPr>
        <p:spPr>
          <a:xfrm>
            <a:off x="457200" y="6445997"/>
            <a:ext cx="3949302" cy="365125"/>
          </a:xfrm>
        </p:spPr>
        <p:txBody>
          <a:bodyPr/>
          <a:lstStyle/>
          <a:p>
            <a:r>
              <a:rPr lang="en-US"/>
              <a:t>Sample Footer Text</a:t>
            </a:r>
          </a:p>
        </p:txBody>
      </p:sp>
      <p:sp>
        <p:nvSpPr>
          <p:cNvPr id="4" name="Date Placeholder 3">
            <a:extLst>
              <a:ext uri="{FF2B5EF4-FFF2-40B4-BE49-F238E27FC236}">
                <a16:creationId xmlns:a16="http://schemas.microsoft.com/office/drawing/2014/main" id="{ADC28223-FDFF-908F-158A-3401127BA5C7}"/>
              </a:ext>
            </a:extLst>
          </p:cNvPr>
          <p:cNvSpPr>
            <a:spLocks noGrp="1"/>
          </p:cNvSpPr>
          <p:nvPr>
            <p:ph type="dt" sz="half" idx="10"/>
          </p:nvPr>
        </p:nvSpPr>
        <p:spPr/>
        <p:txBody>
          <a:bodyPr/>
          <a:lstStyle/>
          <a:p>
            <a:fld id="{4267E660-7124-4C3A-8AAA-B41D80ACF1A9}" type="datetime1">
              <a:rPr lang="en-US" smtClean="0"/>
              <a:t>11/30/2025</a:t>
            </a:fld>
            <a:endParaRPr lang="en-US"/>
          </a:p>
        </p:txBody>
      </p:sp>
      <p:sp>
        <p:nvSpPr>
          <p:cNvPr id="6" name="Slide Number Placeholder 5">
            <a:extLst>
              <a:ext uri="{FF2B5EF4-FFF2-40B4-BE49-F238E27FC236}">
                <a16:creationId xmlns:a16="http://schemas.microsoft.com/office/drawing/2014/main" id="{9A1F0CF0-00B7-2F2A-2E49-88AB87A201E2}"/>
              </a:ext>
            </a:extLst>
          </p:cNvPr>
          <p:cNvSpPr>
            <a:spLocks noGrp="1"/>
          </p:cNvSpPr>
          <p:nvPr>
            <p:ph type="sldNum" sz="quarter" idx="12"/>
          </p:nvPr>
        </p:nvSpPr>
        <p:spPr/>
        <p:txBody>
          <a:bodyPr/>
          <a:lstStyle/>
          <a:p>
            <a:fld id="{DDF60B60-82CA-4BB9-BA6E-A62FADF2374B}" type="slidenum">
              <a:rPr lang="en-US" smtClean="0"/>
              <a:t>‹#›</a:t>
            </a:fld>
            <a:endParaRPr lang="en-US"/>
          </a:p>
        </p:txBody>
      </p:sp>
      <p:cxnSp>
        <p:nvCxnSpPr>
          <p:cNvPr id="15" name="Straight Connector 14">
            <a:extLst>
              <a:ext uri="{FF2B5EF4-FFF2-40B4-BE49-F238E27FC236}">
                <a16:creationId xmlns:a16="http://schemas.microsoft.com/office/drawing/2014/main" id="{A1AB0C69-C415-7A7B-376B-69AA51CE6A5E}"/>
              </a:ext>
            </a:extLst>
          </p:cNvPr>
          <p:cNvCxnSpPr>
            <a:cxnSpLocks/>
          </p:cNvCxnSpPr>
          <p:nvPr/>
        </p:nvCxnSpPr>
        <p:spPr>
          <a:xfrm flipH="1">
            <a:off x="0" y="2536524"/>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4CFDABE4-7855-701A-F892-8CE2C6CE02A5}"/>
              </a:ext>
            </a:extLst>
          </p:cNvPr>
          <p:cNvCxnSpPr>
            <a:cxnSpLocks/>
          </p:cNvCxnSpPr>
          <p:nvPr/>
        </p:nvCxnSpPr>
        <p:spPr>
          <a:xfrm>
            <a:off x="3019559"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48796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Conten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8AB8C-6B7B-EBD3-4D71-F5150448D3B6}"/>
              </a:ext>
            </a:extLst>
          </p:cNvPr>
          <p:cNvSpPr>
            <a:spLocks noGrp="1"/>
          </p:cNvSpPr>
          <p:nvPr>
            <p:ph type="title"/>
          </p:nvPr>
        </p:nvSpPr>
        <p:spPr>
          <a:xfrm>
            <a:off x="457200" y="721299"/>
            <a:ext cx="3689927" cy="1486906"/>
          </a:xfrm>
        </p:spPr>
        <p:txBody>
          <a:bodyPr anchor="t"/>
          <a:lstStyle>
            <a:lvl1pPr>
              <a:defRPr>
                <a:solidFill>
                  <a:schemeClr val="tx2"/>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00327223-CF88-A3FD-E8DF-370D7C19B1B6}"/>
              </a:ext>
            </a:extLst>
          </p:cNvPr>
          <p:cNvSpPr>
            <a:spLocks noGrp="1"/>
          </p:cNvSpPr>
          <p:nvPr>
            <p:ph idx="1"/>
          </p:nvPr>
        </p:nvSpPr>
        <p:spPr>
          <a:xfrm>
            <a:off x="4904515" y="2780147"/>
            <a:ext cx="6567049" cy="33598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A7E38D70-266E-0D00-4BB2-CEF20A35B76C}"/>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ADC28223-FDFF-908F-158A-3401127BA5C7}"/>
              </a:ext>
            </a:extLst>
          </p:cNvPr>
          <p:cNvSpPr>
            <a:spLocks noGrp="1"/>
          </p:cNvSpPr>
          <p:nvPr>
            <p:ph type="dt" sz="half" idx="10"/>
          </p:nvPr>
        </p:nvSpPr>
        <p:spPr/>
        <p:txBody>
          <a:bodyPr/>
          <a:lstStyle/>
          <a:p>
            <a:fld id="{6F2F4876-ABF6-46E9-AABB-9093F4FF9830}" type="datetime1">
              <a:rPr lang="en-US" smtClean="0"/>
              <a:t>11/30/2025</a:t>
            </a:fld>
            <a:endParaRPr lang="en-US"/>
          </a:p>
        </p:txBody>
      </p:sp>
      <p:sp>
        <p:nvSpPr>
          <p:cNvPr id="6" name="Slide Number Placeholder 5">
            <a:extLst>
              <a:ext uri="{FF2B5EF4-FFF2-40B4-BE49-F238E27FC236}">
                <a16:creationId xmlns:a16="http://schemas.microsoft.com/office/drawing/2014/main" id="{9A1F0CF0-00B7-2F2A-2E49-88AB87A201E2}"/>
              </a:ext>
            </a:extLst>
          </p:cNvPr>
          <p:cNvSpPr>
            <a:spLocks noGrp="1"/>
          </p:cNvSpPr>
          <p:nvPr>
            <p:ph type="sldNum" sz="quarter" idx="12"/>
          </p:nvPr>
        </p:nvSpPr>
        <p:spPr/>
        <p:txBody>
          <a:bodyPr/>
          <a:lstStyle/>
          <a:p>
            <a:fld id="{DDF60B60-82CA-4BB9-BA6E-A62FADF2374B}" type="slidenum">
              <a:rPr lang="en-US" smtClean="0"/>
              <a:t>‹#›</a:t>
            </a:fld>
            <a:endParaRPr lang="en-US"/>
          </a:p>
        </p:txBody>
      </p:sp>
      <p:cxnSp>
        <p:nvCxnSpPr>
          <p:cNvPr id="11" name="Straight Connector 10">
            <a:extLst>
              <a:ext uri="{FF2B5EF4-FFF2-40B4-BE49-F238E27FC236}">
                <a16:creationId xmlns:a16="http://schemas.microsoft.com/office/drawing/2014/main" id="{4BF5C1EC-3A2D-2E51-65A6-6155B3776C4A}"/>
              </a:ext>
            </a:extLst>
          </p:cNvPr>
          <p:cNvCxnSpPr>
            <a:cxnSpLocks/>
          </p:cNvCxnSpPr>
          <p:nvPr/>
        </p:nvCxnSpPr>
        <p:spPr>
          <a:xfrm flipH="1">
            <a:off x="0" y="2397979"/>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F797FEE4-9B7E-CE58-4AA3-EC6E3E1861F3}"/>
              </a:ext>
            </a:extLst>
          </p:cNvPr>
          <p:cNvCxnSpPr>
            <a:cxnSpLocks/>
          </p:cNvCxnSpPr>
          <p:nvPr/>
        </p:nvCxnSpPr>
        <p:spPr>
          <a:xfrm>
            <a:off x="4469245"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9500629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3360">
          <p15:clr>
            <a:srgbClr val="FBAE40"/>
          </p15:clr>
        </p15:guide>
        <p15:guide id="4" pos="2928">
          <p15:clr>
            <a:srgbClr val="FBAE40"/>
          </p15:clr>
        </p15:guide>
        <p15:guide id="5" pos="4752">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Conten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8AB8C-6B7B-EBD3-4D71-F5150448D3B6}"/>
              </a:ext>
            </a:extLst>
          </p:cNvPr>
          <p:cNvSpPr>
            <a:spLocks noGrp="1"/>
          </p:cNvSpPr>
          <p:nvPr>
            <p:ph type="title"/>
          </p:nvPr>
        </p:nvSpPr>
        <p:spPr>
          <a:xfrm>
            <a:off x="457200" y="1163119"/>
            <a:ext cx="4152377" cy="3434657"/>
          </a:xfrm>
        </p:spPr>
        <p:txBody>
          <a:bodyPr anchor="t"/>
          <a:lstStyle>
            <a:lvl1pPr>
              <a:defRPr>
                <a:solidFill>
                  <a:schemeClr val="tx2"/>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00327223-CF88-A3FD-E8DF-370D7C19B1B6}"/>
              </a:ext>
            </a:extLst>
          </p:cNvPr>
          <p:cNvSpPr>
            <a:spLocks noGrp="1"/>
          </p:cNvSpPr>
          <p:nvPr>
            <p:ph idx="1"/>
          </p:nvPr>
        </p:nvSpPr>
        <p:spPr>
          <a:xfrm>
            <a:off x="5824602" y="1153691"/>
            <a:ext cx="5496988" cy="456837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A7E38D70-266E-0D00-4BB2-CEF20A35B76C}"/>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ADC28223-FDFF-908F-158A-3401127BA5C7}"/>
              </a:ext>
            </a:extLst>
          </p:cNvPr>
          <p:cNvSpPr>
            <a:spLocks noGrp="1"/>
          </p:cNvSpPr>
          <p:nvPr>
            <p:ph type="dt" sz="half" idx="10"/>
          </p:nvPr>
        </p:nvSpPr>
        <p:spPr/>
        <p:txBody>
          <a:bodyPr/>
          <a:lstStyle/>
          <a:p>
            <a:fld id="{64D7CF1F-58DF-43AF-921D-9C5F21D87011}" type="datetime1">
              <a:rPr lang="en-US" smtClean="0"/>
              <a:t>11/30/2025</a:t>
            </a:fld>
            <a:endParaRPr lang="en-US"/>
          </a:p>
        </p:txBody>
      </p:sp>
      <p:sp>
        <p:nvSpPr>
          <p:cNvPr id="6" name="Slide Number Placeholder 5">
            <a:extLst>
              <a:ext uri="{FF2B5EF4-FFF2-40B4-BE49-F238E27FC236}">
                <a16:creationId xmlns:a16="http://schemas.microsoft.com/office/drawing/2014/main" id="{9A1F0CF0-00B7-2F2A-2E49-88AB87A201E2}"/>
              </a:ext>
            </a:extLst>
          </p:cNvPr>
          <p:cNvSpPr>
            <a:spLocks noGrp="1"/>
          </p:cNvSpPr>
          <p:nvPr>
            <p:ph type="sldNum" sz="quarter" idx="12"/>
          </p:nvPr>
        </p:nvSpPr>
        <p:spPr/>
        <p:txBody>
          <a:bodyPr/>
          <a:lstStyle/>
          <a:p>
            <a:fld id="{DDF60B60-82CA-4BB9-BA6E-A62FADF2374B}" type="slidenum">
              <a:rPr lang="en-US" smtClean="0"/>
              <a:t>‹#›</a:t>
            </a:fld>
            <a:endParaRPr lang="en-US"/>
          </a:p>
        </p:txBody>
      </p:sp>
      <p:cxnSp>
        <p:nvCxnSpPr>
          <p:cNvPr id="10" name="Straight Connector 9">
            <a:extLst>
              <a:ext uri="{FF2B5EF4-FFF2-40B4-BE49-F238E27FC236}">
                <a16:creationId xmlns:a16="http://schemas.microsoft.com/office/drawing/2014/main" id="{E151E503-5C8D-3CDA-5CC2-A56B4F2A6193}"/>
              </a:ext>
            </a:extLst>
          </p:cNvPr>
          <p:cNvCxnSpPr>
            <a:cxnSpLocks/>
          </p:cNvCxnSpPr>
          <p:nvPr/>
        </p:nvCxnSpPr>
        <p:spPr>
          <a:xfrm flipH="1">
            <a:off x="0" y="6398068"/>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6BEA2129-EA91-4982-7EB1-1F590E56CA3B}"/>
              </a:ext>
            </a:extLst>
          </p:cNvPr>
          <p:cNvCxnSpPr>
            <a:cxnSpLocks/>
          </p:cNvCxnSpPr>
          <p:nvPr/>
        </p:nvCxnSpPr>
        <p:spPr>
          <a:xfrm>
            <a:off x="5323105"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9559784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Content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8AB8C-6B7B-EBD3-4D71-F5150448D3B6}"/>
              </a:ext>
            </a:extLst>
          </p:cNvPr>
          <p:cNvSpPr>
            <a:spLocks noGrp="1"/>
          </p:cNvSpPr>
          <p:nvPr>
            <p:ph type="title"/>
          </p:nvPr>
        </p:nvSpPr>
        <p:spPr>
          <a:xfrm>
            <a:off x="457200" y="720473"/>
            <a:ext cx="3664107" cy="3864052"/>
          </a:xfrm>
        </p:spPr>
        <p:txBody>
          <a:bodyPr anchor="t"/>
          <a:lstStyle>
            <a:lvl1pPr>
              <a:defRPr>
                <a:solidFill>
                  <a:schemeClr val="tx2"/>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00327223-CF88-A3FD-E8DF-370D7C19B1B6}"/>
              </a:ext>
            </a:extLst>
          </p:cNvPr>
          <p:cNvSpPr>
            <a:spLocks noGrp="1"/>
          </p:cNvSpPr>
          <p:nvPr>
            <p:ph idx="1"/>
          </p:nvPr>
        </p:nvSpPr>
        <p:spPr>
          <a:xfrm>
            <a:off x="5270349" y="720473"/>
            <a:ext cx="6309360" cy="5303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A7E38D70-266E-0D00-4BB2-CEF20A35B76C}"/>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ADC28223-FDFF-908F-158A-3401127BA5C7}"/>
              </a:ext>
            </a:extLst>
          </p:cNvPr>
          <p:cNvSpPr>
            <a:spLocks noGrp="1"/>
          </p:cNvSpPr>
          <p:nvPr>
            <p:ph type="dt" sz="half" idx="10"/>
          </p:nvPr>
        </p:nvSpPr>
        <p:spPr/>
        <p:txBody>
          <a:bodyPr/>
          <a:lstStyle/>
          <a:p>
            <a:fld id="{6F9649F7-D424-4C48-9F1A-F9E6A6464624}" type="datetime1">
              <a:rPr lang="en-US" smtClean="0"/>
              <a:t>11/30/2025</a:t>
            </a:fld>
            <a:endParaRPr lang="en-US"/>
          </a:p>
        </p:txBody>
      </p:sp>
      <p:sp>
        <p:nvSpPr>
          <p:cNvPr id="6" name="Slide Number Placeholder 5">
            <a:extLst>
              <a:ext uri="{FF2B5EF4-FFF2-40B4-BE49-F238E27FC236}">
                <a16:creationId xmlns:a16="http://schemas.microsoft.com/office/drawing/2014/main" id="{9A1F0CF0-00B7-2F2A-2E49-88AB87A201E2}"/>
              </a:ext>
            </a:extLst>
          </p:cNvPr>
          <p:cNvSpPr>
            <a:spLocks noGrp="1"/>
          </p:cNvSpPr>
          <p:nvPr>
            <p:ph type="sldNum" sz="quarter" idx="12"/>
          </p:nvPr>
        </p:nvSpPr>
        <p:spPr/>
        <p:txBody>
          <a:bodyPr/>
          <a:lstStyle/>
          <a:p>
            <a:fld id="{DDF60B60-82CA-4BB9-BA6E-A62FADF2374B}" type="slidenum">
              <a:rPr lang="en-US" smtClean="0"/>
              <a:t>‹#›</a:t>
            </a:fld>
            <a:endParaRPr lang="en-US"/>
          </a:p>
        </p:txBody>
      </p:sp>
      <p:cxnSp>
        <p:nvCxnSpPr>
          <p:cNvPr id="9" name="Straight Connector 8">
            <a:extLst>
              <a:ext uri="{FF2B5EF4-FFF2-40B4-BE49-F238E27FC236}">
                <a16:creationId xmlns:a16="http://schemas.microsoft.com/office/drawing/2014/main" id="{A6AC6891-86BE-FF41-E94E-AB97BFFB2322}"/>
              </a:ext>
            </a:extLst>
          </p:cNvPr>
          <p:cNvCxnSpPr>
            <a:cxnSpLocks/>
          </p:cNvCxnSpPr>
          <p:nvPr/>
        </p:nvCxnSpPr>
        <p:spPr>
          <a:xfrm>
            <a:off x="4643464"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151E503-5C8D-3CDA-5CC2-A56B4F2A6193}"/>
              </a:ext>
            </a:extLst>
          </p:cNvPr>
          <p:cNvCxnSpPr>
            <a:cxnSpLocks/>
          </p:cNvCxnSpPr>
          <p:nvPr/>
        </p:nvCxnSpPr>
        <p:spPr>
          <a:xfrm flipH="1">
            <a:off x="0" y="6398068"/>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5961668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Content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8AB8C-6B7B-EBD3-4D71-F5150448D3B6}"/>
              </a:ext>
            </a:extLst>
          </p:cNvPr>
          <p:cNvSpPr>
            <a:spLocks noGrp="1"/>
          </p:cNvSpPr>
          <p:nvPr>
            <p:ph type="title"/>
          </p:nvPr>
        </p:nvSpPr>
        <p:spPr>
          <a:xfrm>
            <a:off x="457200" y="720473"/>
            <a:ext cx="3280573" cy="3864052"/>
          </a:xfrm>
        </p:spPr>
        <p:txBody>
          <a:bodyPr anchor="t"/>
          <a:lstStyle>
            <a:lvl1pPr>
              <a:defRPr>
                <a:solidFill>
                  <a:schemeClr val="tx2"/>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00327223-CF88-A3FD-E8DF-370D7C19B1B6}"/>
              </a:ext>
            </a:extLst>
          </p:cNvPr>
          <p:cNvSpPr>
            <a:spLocks noGrp="1"/>
          </p:cNvSpPr>
          <p:nvPr>
            <p:ph idx="1"/>
          </p:nvPr>
        </p:nvSpPr>
        <p:spPr>
          <a:xfrm>
            <a:off x="4662388" y="720473"/>
            <a:ext cx="7072408" cy="5486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A7E38D70-266E-0D00-4BB2-CEF20A35B76C}"/>
              </a:ext>
            </a:extLst>
          </p:cNvPr>
          <p:cNvSpPr>
            <a:spLocks noGrp="1"/>
          </p:cNvSpPr>
          <p:nvPr>
            <p:ph type="ftr" sz="quarter" idx="11"/>
          </p:nvPr>
        </p:nvSpPr>
        <p:spPr>
          <a:xfrm>
            <a:off x="457200" y="6445997"/>
            <a:ext cx="3280570" cy="365125"/>
          </a:xfrm>
        </p:spPr>
        <p:txBody>
          <a:bodyPr/>
          <a:lstStyle/>
          <a:p>
            <a:r>
              <a:rPr lang="en-US"/>
              <a:t>Sample Footer Text</a:t>
            </a:r>
          </a:p>
        </p:txBody>
      </p:sp>
      <p:sp>
        <p:nvSpPr>
          <p:cNvPr id="4" name="Date Placeholder 3">
            <a:extLst>
              <a:ext uri="{FF2B5EF4-FFF2-40B4-BE49-F238E27FC236}">
                <a16:creationId xmlns:a16="http://schemas.microsoft.com/office/drawing/2014/main" id="{ADC28223-FDFF-908F-158A-3401127BA5C7}"/>
              </a:ext>
            </a:extLst>
          </p:cNvPr>
          <p:cNvSpPr>
            <a:spLocks noGrp="1"/>
          </p:cNvSpPr>
          <p:nvPr>
            <p:ph type="dt" sz="half" idx="10"/>
          </p:nvPr>
        </p:nvSpPr>
        <p:spPr/>
        <p:txBody>
          <a:bodyPr/>
          <a:lstStyle/>
          <a:p>
            <a:fld id="{AFF038B1-676A-4930-9A2B-D361CEEB3399}" type="datetime1">
              <a:rPr lang="en-US" smtClean="0"/>
              <a:t>11/30/2025</a:t>
            </a:fld>
            <a:endParaRPr lang="en-US"/>
          </a:p>
        </p:txBody>
      </p:sp>
      <p:sp>
        <p:nvSpPr>
          <p:cNvPr id="6" name="Slide Number Placeholder 5">
            <a:extLst>
              <a:ext uri="{FF2B5EF4-FFF2-40B4-BE49-F238E27FC236}">
                <a16:creationId xmlns:a16="http://schemas.microsoft.com/office/drawing/2014/main" id="{9A1F0CF0-00B7-2F2A-2E49-88AB87A201E2}"/>
              </a:ext>
            </a:extLst>
          </p:cNvPr>
          <p:cNvSpPr>
            <a:spLocks noGrp="1"/>
          </p:cNvSpPr>
          <p:nvPr>
            <p:ph type="sldNum" sz="quarter" idx="12"/>
          </p:nvPr>
        </p:nvSpPr>
        <p:spPr/>
        <p:txBody>
          <a:bodyPr/>
          <a:lstStyle/>
          <a:p>
            <a:fld id="{DDF60B60-82CA-4BB9-BA6E-A62FADF2374B}" type="slidenum">
              <a:rPr lang="en-US" smtClean="0"/>
              <a:t>‹#›</a:t>
            </a:fld>
            <a:endParaRPr lang="en-US"/>
          </a:p>
        </p:txBody>
      </p:sp>
      <p:cxnSp>
        <p:nvCxnSpPr>
          <p:cNvPr id="9" name="Straight Connector 8">
            <a:extLst>
              <a:ext uri="{FF2B5EF4-FFF2-40B4-BE49-F238E27FC236}">
                <a16:creationId xmlns:a16="http://schemas.microsoft.com/office/drawing/2014/main" id="{A6AC6891-86BE-FF41-E94E-AB97BFFB2322}"/>
              </a:ext>
            </a:extLst>
          </p:cNvPr>
          <p:cNvCxnSpPr>
            <a:cxnSpLocks/>
          </p:cNvCxnSpPr>
          <p:nvPr/>
        </p:nvCxnSpPr>
        <p:spPr>
          <a:xfrm>
            <a:off x="4140231"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151E503-5C8D-3CDA-5CC2-A56B4F2A6193}"/>
              </a:ext>
            </a:extLst>
          </p:cNvPr>
          <p:cNvCxnSpPr>
            <a:cxnSpLocks/>
          </p:cNvCxnSpPr>
          <p:nvPr/>
        </p:nvCxnSpPr>
        <p:spPr>
          <a:xfrm flipH="1">
            <a:off x="0" y="6398068"/>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7144419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8AB8C-6B7B-EBD3-4D71-F5150448D3B6}"/>
              </a:ext>
            </a:extLst>
          </p:cNvPr>
          <p:cNvSpPr>
            <a:spLocks noGrp="1"/>
          </p:cNvSpPr>
          <p:nvPr>
            <p:ph type="title"/>
          </p:nvPr>
        </p:nvSpPr>
        <p:spPr>
          <a:xfrm>
            <a:off x="4911995" y="559483"/>
            <a:ext cx="6825541" cy="1009652"/>
          </a:xfrm>
        </p:spPr>
        <p:txBody>
          <a:bodyPr anchor="b"/>
          <a:lstStyle/>
          <a:p>
            <a:r>
              <a:rPr lang="en-US"/>
              <a:t>Click to edit Master title style</a:t>
            </a:r>
          </a:p>
        </p:txBody>
      </p:sp>
      <p:sp>
        <p:nvSpPr>
          <p:cNvPr id="19" name="Picture Placeholder 18">
            <a:extLst>
              <a:ext uri="{FF2B5EF4-FFF2-40B4-BE49-F238E27FC236}">
                <a16:creationId xmlns:a16="http://schemas.microsoft.com/office/drawing/2014/main" id="{FBB1EB8E-9C26-DC32-8498-7F5998392555}"/>
              </a:ext>
            </a:extLst>
          </p:cNvPr>
          <p:cNvSpPr>
            <a:spLocks noGrp="1"/>
          </p:cNvSpPr>
          <p:nvPr>
            <p:ph type="pic" sz="quarter" idx="13" hasCustomPrompt="1"/>
          </p:nvPr>
        </p:nvSpPr>
        <p:spPr>
          <a:xfrm>
            <a:off x="0" y="1"/>
            <a:ext cx="4421943" cy="6398066"/>
          </a:xfrm>
          <a:blipFill dpi="0" rotWithShape="1">
            <a:blip r:embed="rId2">
              <a:alphaModFix amt="80000"/>
            </a:blip>
            <a:srcRect/>
            <a:stretch>
              <a:fillRect/>
            </a:stretch>
          </a:blipFill>
        </p:spPr>
        <p:txBody>
          <a:bodyPr/>
          <a:lstStyle>
            <a:lvl1pPr marL="0" indent="0">
              <a:buNone/>
              <a:defRPr/>
            </a:lvl1pPr>
          </a:lstStyle>
          <a:p>
            <a:r>
              <a:rPr lang="en-US"/>
              <a:t> </a:t>
            </a:r>
          </a:p>
        </p:txBody>
      </p:sp>
      <p:sp>
        <p:nvSpPr>
          <p:cNvPr id="3" name="Content Placeholder 2">
            <a:extLst>
              <a:ext uri="{FF2B5EF4-FFF2-40B4-BE49-F238E27FC236}">
                <a16:creationId xmlns:a16="http://schemas.microsoft.com/office/drawing/2014/main" id="{00327223-CF88-A3FD-E8DF-370D7C19B1B6}"/>
              </a:ext>
            </a:extLst>
          </p:cNvPr>
          <p:cNvSpPr>
            <a:spLocks noGrp="1"/>
          </p:cNvSpPr>
          <p:nvPr>
            <p:ph idx="1"/>
          </p:nvPr>
        </p:nvSpPr>
        <p:spPr>
          <a:xfrm>
            <a:off x="4911994" y="2083837"/>
            <a:ext cx="6825545" cy="4032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A7E38D70-266E-0D00-4BB2-CEF20A35B76C}"/>
              </a:ext>
            </a:extLst>
          </p:cNvPr>
          <p:cNvSpPr>
            <a:spLocks noGrp="1"/>
          </p:cNvSpPr>
          <p:nvPr>
            <p:ph type="ftr" sz="quarter" idx="11"/>
          </p:nvPr>
        </p:nvSpPr>
        <p:spPr>
          <a:xfrm>
            <a:off x="457200" y="6445997"/>
            <a:ext cx="3811448" cy="365125"/>
          </a:xfrm>
        </p:spPr>
        <p:txBody>
          <a:bodyPr/>
          <a:lstStyle/>
          <a:p>
            <a:r>
              <a:rPr lang="en-US"/>
              <a:t>Sample Footer Text</a:t>
            </a:r>
          </a:p>
        </p:txBody>
      </p:sp>
      <p:sp>
        <p:nvSpPr>
          <p:cNvPr id="4" name="Date Placeholder 3">
            <a:extLst>
              <a:ext uri="{FF2B5EF4-FFF2-40B4-BE49-F238E27FC236}">
                <a16:creationId xmlns:a16="http://schemas.microsoft.com/office/drawing/2014/main" id="{ADC28223-FDFF-908F-158A-3401127BA5C7}"/>
              </a:ext>
            </a:extLst>
          </p:cNvPr>
          <p:cNvSpPr>
            <a:spLocks noGrp="1"/>
          </p:cNvSpPr>
          <p:nvPr>
            <p:ph type="dt" sz="half" idx="10"/>
          </p:nvPr>
        </p:nvSpPr>
        <p:spPr/>
        <p:txBody>
          <a:bodyPr/>
          <a:lstStyle/>
          <a:p>
            <a:fld id="{A520E1D3-9897-4F62-B20F-820B96903029}" type="datetime1">
              <a:rPr lang="en-US" smtClean="0"/>
              <a:t>11/30/2025</a:t>
            </a:fld>
            <a:endParaRPr lang="en-US"/>
          </a:p>
        </p:txBody>
      </p:sp>
      <p:sp>
        <p:nvSpPr>
          <p:cNvPr id="6" name="Slide Number Placeholder 5">
            <a:extLst>
              <a:ext uri="{FF2B5EF4-FFF2-40B4-BE49-F238E27FC236}">
                <a16:creationId xmlns:a16="http://schemas.microsoft.com/office/drawing/2014/main" id="{9A1F0CF0-00B7-2F2A-2E49-88AB87A201E2}"/>
              </a:ext>
            </a:extLst>
          </p:cNvPr>
          <p:cNvSpPr>
            <a:spLocks noGrp="1"/>
          </p:cNvSpPr>
          <p:nvPr>
            <p:ph type="sldNum" sz="quarter" idx="12"/>
          </p:nvPr>
        </p:nvSpPr>
        <p:spPr/>
        <p:txBody>
          <a:bodyPr/>
          <a:lstStyle/>
          <a:p>
            <a:fld id="{DDF60B60-82CA-4BB9-BA6E-A62FADF2374B}" type="slidenum">
              <a:rPr lang="en-US" smtClean="0"/>
              <a:t>‹#›</a:t>
            </a:fld>
            <a:endParaRPr lang="en-US"/>
          </a:p>
        </p:txBody>
      </p:sp>
      <p:cxnSp>
        <p:nvCxnSpPr>
          <p:cNvPr id="14" name="Straight Connector 13">
            <a:extLst>
              <a:ext uri="{FF2B5EF4-FFF2-40B4-BE49-F238E27FC236}">
                <a16:creationId xmlns:a16="http://schemas.microsoft.com/office/drawing/2014/main" id="{6EB92977-9D16-C370-F779-0B9C67993046}"/>
              </a:ext>
            </a:extLst>
          </p:cNvPr>
          <p:cNvCxnSpPr>
            <a:cxnSpLocks/>
          </p:cNvCxnSpPr>
          <p:nvPr/>
        </p:nvCxnSpPr>
        <p:spPr>
          <a:xfrm flipH="1">
            <a:off x="0" y="6398068"/>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A254AC9C-312D-B8D1-5D04-C0CE07B464DB}"/>
              </a:ext>
            </a:extLst>
          </p:cNvPr>
          <p:cNvCxnSpPr>
            <a:cxnSpLocks/>
          </p:cNvCxnSpPr>
          <p:nvPr/>
        </p:nvCxnSpPr>
        <p:spPr>
          <a:xfrm>
            <a:off x="4423739"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0F4F50A3-1136-13EC-E499-F6DDCBFE375F}"/>
              </a:ext>
            </a:extLst>
          </p:cNvPr>
          <p:cNvCxnSpPr>
            <a:cxnSpLocks/>
          </p:cNvCxnSpPr>
          <p:nvPr/>
        </p:nvCxnSpPr>
        <p:spPr>
          <a:xfrm flipH="1">
            <a:off x="4425535" y="1810995"/>
            <a:ext cx="7750205"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3057446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8AB8C-6B7B-EBD3-4D71-F5150448D3B6}"/>
              </a:ext>
            </a:extLst>
          </p:cNvPr>
          <p:cNvSpPr>
            <a:spLocks noGrp="1"/>
          </p:cNvSpPr>
          <p:nvPr>
            <p:ph type="title"/>
          </p:nvPr>
        </p:nvSpPr>
        <p:spPr>
          <a:xfrm>
            <a:off x="457201" y="557784"/>
            <a:ext cx="6781799" cy="1009652"/>
          </a:xfrm>
        </p:spPr>
        <p:txBody>
          <a:bodyPr anchor="b"/>
          <a:lstStyle/>
          <a:p>
            <a:r>
              <a:rPr lang="en-US"/>
              <a:t>Click to edit Master title style</a:t>
            </a:r>
          </a:p>
        </p:txBody>
      </p:sp>
      <p:sp>
        <p:nvSpPr>
          <p:cNvPr id="3" name="Content Placeholder 2">
            <a:extLst>
              <a:ext uri="{FF2B5EF4-FFF2-40B4-BE49-F238E27FC236}">
                <a16:creationId xmlns:a16="http://schemas.microsoft.com/office/drawing/2014/main" id="{00327223-CF88-A3FD-E8DF-370D7C19B1B6}"/>
              </a:ext>
            </a:extLst>
          </p:cNvPr>
          <p:cNvSpPr>
            <a:spLocks noGrp="1"/>
          </p:cNvSpPr>
          <p:nvPr>
            <p:ph idx="1"/>
          </p:nvPr>
        </p:nvSpPr>
        <p:spPr>
          <a:xfrm>
            <a:off x="457200" y="2084832"/>
            <a:ext cx="6781800" cy="4032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Picture Placeholder 18">
            <a:extLst>
              <a:ext uri="{FF2B5EF4-FFF2-40B4-BE49-F238E27FC236}">
                <a16:creationId xmlns:a16="http://schemas.microsoft.com/office/drawing/2014/main" id="{FBB1EB8E-9C26-DC32-8498-7F5998392555}"/>
              </a:ext>
            </a:extLst>
          </p:cNvPr>
          <p:cNvSpPr>
            <a:spLocks noGrp="1"/>
          </p:cNvSpPr>
          <p:nvPr>
            <p:ph type="pic" sz="quarter" idx="13" hasCustomPrompt="1"/>
          </p:nvPr>
        </p:nvSpPr>
        <p:spPr>
          <a:xfrm>
            <a:off x="7758244" y="1"/>
            <a:ext cx="4441796" cy="6398066"/>
          </a:xfrm>
          <a:blipFill dpi="0" rotWithShape="1">
            <a:blip r:embed="rId2">
              <a:alphaModFix amt="80000"/>
            </a:blip>
            <a:srcRect/>
            <a:stretch>
              <a:fillRect/>
            </a:stretch>
          </a:blipFill>
        </p:spPr>
        <p:txBody>
          <a:bodyPr/>
          <a:lstStyle>
            <a:lvl1pPr marL="0" indent="0">
              <a:buNone/>
              <a:defRPr/>
            </a:lvl1pPr>
          </a:lstStyle>
          <a:p>
            <a:r>
              <a:rPr lang="en-US"/>
              <a:t> </a:t>
            </a:r>
          </a:p>
        </p:txBody>
      </p:sp>
      <p:sp>
        <p:nvSpPr>
          <p:cNvPr id="5" name="Footer Placeholder 4">
            <a:extLst>
              <a:ext uri="{FF2B5EF4-FFF2-40B4-BE49-F238E27FC236}">
                <a16:creationId xmlns:a16="http://schemas.microsoft.com/office/drawing/2014/main" id="{A7E38D70-266E-0D00-4BB2-CEF20A35B76C}"/>
              </a:ext>
            </a:extLst>
          </p:cNvPr>
          <p:cNvSpPr>
            <a:spLocks noGrp="1"/>
          </p:cNvSpPr>
          <p:nvPr>
            <p:ph type="ftr" sz="quarter" idx="11"/>
          </p:nvPr>
        </p:nvSpPr>
        <p:spPr>
          <a:xfrm>
            <a:off x="457200" y="6445997"/>
            <a:ext cx="3949302" cy="365125"/>
          </a:xfrm>
        </p:spPr>
        <p:txBody>
          <a:bodyPr/>
          <a:lstStyle/>
          <a:p>
            <a:r>
              <a:rPr lang="en-US"/>
              <a:t>Sample Footer Text</a:t>
            </a:r>
          </a:p>
        </p:txBody>
      </p:sp>
      <p:sp>
        <p:nvSpPr>
          <p:cNvPr id="4" name="Date Placeholder 3">
            <a:extLst>
              <a:ext uri="{FF2B5EF4-FFF2-40B4-BE49-F238E27FC236}">
                <a16:creationId xmlns:a16="http://schemas.microsoft.com/office/drawing/2014/main" id="{ADC28223-FDFF-908F-158A-3401127BA5C7}"/>
              </a:ext>
            </a:extLst>
          </p:cNvPr>
          <p:cNvSpPr>
            <a:spLocks noGrp="1"/>
          </p:cNvSpPr>
          <p:nvPr>
            <p:ph type="dt" sz="half" idx="10"/>
          </p:nvPr>
        </p:nvSpPr>
        <p:spPr/>
        <p:txBody>
          <a:bodyPr/>
          <a:lstStyle/>
          <a:p>
            <a:fld id="{77910969-82E1-4DC2-8A32-95F8999F3C79}" type="datetime1">
              <a:rPr lang="en-US" smtClean="0"/>
              <a:t>11/30/2025</a:t>
            </a:fld>
            <a:endParaRPr lang="en-US"/>
          </a:p>
        </p:txBody>
      </p:sp>
      <p:sp>
        <p:nvSpPr>
          <p:cNvPr id="6" name="Slide Number Placeholder 5">
            <a:extLst>
              <a:ext uri="{FF2B5EF4-FFF2-40B4-BE49-F238E27FC236}">
                <a16:creationId xmlns:a16="http://schemas.microsoft.com/office/drawing/2014/main" id="{9A1F0CF0-00B7-2F2A-2E49-88AB87A201E2}"/>
              </a:ext>
            </a:extLst>
          </p:cNvPr>
          <p:cNvSpPr>
            <a:spLocks noGrp="1"/>
          </p:cNvSpPr>
          <p:nvPr>
            <p:ph type="sldNum" sz="quarter" idx="12"/>
          </p:nvPr>
        </p:nvSpPr>
        <p:spPr/>
        <p:txBody>
          <a:bodyPr/>
          <a:lstStyle/>
          <a:p>
            <a:fld id="{DDF60B60-82CA-4BB9-BA6E-A62FADF2374B}" type="slidenum">
              <a:rPr lang="en-US" smtClean="0"/>
              <a:t>‹#›</a:t>
            </a:fld>
            <a:endParaRPr lang="en-US"/>
          </a:p>
        </p:txBody>
      </p:sp>
      <p:cxnSp>
        <p:nvCxnSpPr>
          <p:cNvPr id="14" name="Straight Connector 13">
            <a:extLst>
              <a:ext uri="{FF2B5EF4-FFF2-40B4-BE49-F238E27FC236}">
                <a16:creationId xmlns:a16="http://schemas.microsoft.com/office/drawing/2014/main" id="{6EB92977-9D16-C370-F779-0B9C67993046}"/>
              </a:ext>
            </a:extLst>
          </p:cNvPr>
          <p:cNvCxnSpPr>
            <a:cxnSpLocks/>
          </p:cNvCxnSpPr>
          <p:nvPr/>
        </p:nvCxnSpPr>
        <p:spPr>
          <a:xfrm flipH="1">
            <a:off x="0" y="6398068"/>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A254AC9C-312D-B8D1-5D04-C0CE07B464DB}"/>
              </a:ext>
            </a:extLst>
          </p:cNvPr>
          <p:cNvCxnSpPr>
            <a:cxnSpLocks/>
          </p:cNvCxnSpPr>
          <p:nvPr/>
        </p:nvCxnSpPr>
        <p:spPr>
          <a:xfrm>
            <a:off x="7750205"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0F4F50A3-1136-13EC-E499-F6DDCBFE375F}"/>
              </a:ext>
            </a:extLst>
          </p:cNvPr>
          <p:cNvCxnSpPr>
            <a:cxnSpLocks/>
          </p:cNvCxnSpPr>
          <p:nvPr/>
        </p:nvCxnSpPr>
        <p:spPr>
          <a:xfrm flipH="1">
            <a:off x="0" y="1810512"/>
            <a:ext cx="7750205"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7450344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8AB8C-6B7B-EBD3-4D71-F5150448D3B6}"/>
              </a:ext>
            </a:extLst>
          </p:cNvPr>
          <p:cNvSpPr>
            <a:spLocks noGrp="1"/>
          </p:cNvSpPr>
          <p:nvPr>
            <p:ph type="title"/>
          </p:nvPr>
        </p:nvSpPr>
        <p:spPr>
          <a:xfrm>
            <a:off x="4472644" y="669386"/>
            <a:ext cx="7231413" cy="1005840"/>
          </a:xfrm>
        </p:spPr>
        <p:txBody>
          <a:bodyPr/>
          <a:lstStyle/>
          <a:p>
            <a:r>
              <a:rPr lang="en-US"/>
              <a:t>Click to edit Master title style</a:t>
            </a:r>
          </a:p>
        </p:txBody>
      </p:sp>
      <p:sp>
        <p:nvSpPr>
          <p:cNvPr id="19" name="Picture Placeholder 18">
            <a:extLst>
              <a:ext uri="{FF2B5EF4-FFF2-40B4-BE49-F238E27FC236}">
                <a16:creationId xmlns:a16="http://schemas.microsoft.com/office/drawing/2014/main" id="{FBB1EB8E-9C26-DC32-8498-7F5998392555}"/>
              </a:ext>
            </a:extLst>
          </p:cNvPr>
          <p:cNvSpPr>
            <a:spLocks noGrp="1"/>
          </p:cNvSpPr>
          <p:nvPr>
            <p:ph type="pic" sz="quarter" idx="13" hasCustomPrompt="1"/>
          </p:nvPr>
        </p:nvSpPr>
        <p:spPr>
          <a:xfrm>
            <a:off x="-8994" y="-5468"/>
            <a:ext cx="4011836" cy="6398066"/>
          </a:xfrm>
          <a:blipFill dpi="0" rotWithShape="1">
            <a:blip r:embed="rId2">
              <a:alphaModFix amt="80000"/>
            </a:blip>
            <a:srcRect/>
            <a:stretch>
              <a:fillRect/>
            </a:stretch>
          </a:blipFill>
        </p:spPr>
        <p:txBody>
          <a:bodyPr/>
          <a:lstStyle>
            <a:lvl1pPr marL="0" indent="0">
              <a:buNone/>
              <a:defRPr/>
            </a:lvl1pPr>
          </a:lstStyle>
          <a:p>
            <a:r>
              <a:rPr lang="en-US"/>
              <a:t> </a:t>
            </a:r>
          </a:p>
        </p:txBody>
      </p:sp>
      <p:sp>
        <p:nvSpPr>
          <p:cNvPr id="3" name="Content Placeholder 2">
            <a:extLst>
              <a:ext uri="{FF2B5EF4-FFF2-40B4-BE49-F238E27FC236}">
                <a16:creationId xmlns:a16="http://schemas.microsoft.com/office/drawing/2014/main" id="{00327223-CF88-A3FD-E8DF-370D7C19B1B6}"/>
              </a:ext>
            </a:extLst>
          </p:cNvPr>
          <p:cNvSpPr>
            <a:spLocks noGrp="1"/>
          </p:cNvSpPr>
          <p:nvPr>
            <p:ph idx="1"/>
          </p:nvPr>
        </p:nvSpPr>
        <p:spPr>
          <a:xfrm>
            <a:off x="4472644" y="1812385"/>
            <a:ext cx="7231407" cy="442385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A7E38D70-266E-0D00-4BB2-CEF20A35B76C}"/>
              </a:ext>
            </a:extLst>
          </p:cNvPr>
          <p:cNvSpPr>
            <a:spLocks noGrp="1"/>
          </p:cNvSpPr>
          <p:nvPr>
            <p:ph type="ftr" sz="quarter" idx="11"/>
          </p:nvPr>
        </p:nvSpPr>
        <p:spPr>
          <a:xfrm>
            <a:off x="457200" y="6445997"/>
            <a:ext cx="3408011" cy="365125"/>
          </a:xfrm>
        </p:spPr>
        <p:txBody>
          <a:bodyPr/>
          <a:lstStyle/>
          <a:p>
            <a:r>
              <a:rPr lang="en-US"/>
              <a:t>Sample Footer Text</a:t>
            </a:r>
          </a:p>
        </p:txBody>
      </p:sp>
      <p:sp>
        <p:nvSpPr>
          <p:cNvPr id="4" name="Date Placeholder 3">
            <a:extLst>
              <a:ext uri="{FF2B5EF4-FFF2-40B4-BE49-F238E27FC236}">
                <a16:creationId xmlns:a16="http://schemas.microsoft.com/office/drawing/2014/main" id="{ADC28223-FDFF-908F-158A-3401127BA5C7}"/>
              </a:ext>
            </a:extLst>
          </p:cNvPr>
          <p:cNvSpPr>
            <a:spLocks noGrp="1"/>
          </p:cNvSpPr>
          <p:nvPr>
            <p:ph type="dt" sz="half" idx="10"/>
          </p:nvPr>
        </p:nvSpPr>
        <p:spPr/>
        <p:txBody>
          <a:bodyPr/>
          <a:lstStyle/>
          <a:p>
            <a:fld id="{AFDCD3FE-7D00-42C8-AAA1-7B40C480DCD1}" type="datetime1">
              <a:rPr lang="en-US" smtClean="0"/>
              <a:t>11/30/2025</a:t>
            </a:fld>
            <a:endParaRPr lang="en-US"/>
          </a:p>
        </p:txBody>
      </p:sp>
      <p:sp>
        <p:nvSpPr>
          <p:cNvPr id="6" name="Slide Number Placeholder 5">
            <a:extLst>
              <a:ext uri="{FF2B5EF4-FFF2-40B4-BE49-F238E27FC236}">
                <a16:creationId xmlns:a16="http://schemas.microsoft.com/office/drawing/2014/main" id="{9A1F0CF0-00B7-2F2A-2E49-88AB87A201E2}"/>
              </a:ext>
            </a:extLst>
          </p:cNvPr>
          <p:cNvSpPr>
            <a:spLocks noGrp="1"/>
          </p:cNvSpPr>
          <p:nvPr>
            <p:ph type="sldNum" sz="quarter" idx="12"/>
          </p:nvPr>
        </p:nvSpPr>
        <p:spPr/>
        <p:txBody>
          <a:bodyPr/>
          <a:lstStyle/>
          <a:p>
            <a:fld id="{DDF60B60-82CA-4BB9-BA6E-A62FADF2374B}" type="slidenum">
              <a:rPr lang="en-US" smtClean="0"/>
              <a:t>‹#›</a:t>
            </a:fld>
            <a:endParaRPr lang="en-US"/>
          </a:p>
        </p:txBody>
      </p:sp>
      <p:cxnSp>
        <p:nvCxnSpPr>
          <p:cNvPr id="14" name="Straight Connector 13">
            <a:extLst>
              <a:ext uri="{FF2B5EF4-FFF2-40B4-BE49-F238E27FC236}">
                <a16:creationId xmlns:a16="http://schemas.microsoft.com/office/drawing/2014/main" id="{6EB92977-9D16-C370-F779-0B9C67993046}"/>
              </a:ext>
            </a:extLst>
          </p:cNvPr>
          <p:cNvCxnSpPr>
            <a:cxnSpLocks/>
          </p:cNvCxnSpPr>
          <p:nvPr/>
        </p:nvCxnSpPr>
        <p:spPr>
          <a:xfrm flipH="1">
            <a:off x="0" y="6398068"/>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A254AC9C-312D-B8D1-5D04-C0CE07B464DB}"/>
              </a:ext>
            </a:extLst>
          </p:cNvPr>
          <p:cNvCxnSpPr>
            <a:cxnSpLocks/>
          </p:cNvCxnSpPr>
          <p:nvPr/>
        </p:nvCxnSpPr>
        <p:spPr>
          <a:xfrm>
            <a:off x="4009212"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628512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8AB8C-6B7B-EBD3-4D71-F5150448D3B6}"/>
              </a:ext>
            </a:extLst>
          </p:cNvPr>
          <p:cNvSpPr>
            <a:spLocks noGrp="1"/>
          </p:cNvSpPr>
          <p:nvPr>
            <p:ph type="title"/>
          </p:nvPr>
        </p:nvSpPr>
        <p:spPr>
          <a:xfrm>
            <a:off x="457200" y="680728"/>
            <a:ext cx="7281067" cy="1005840"/>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00327223-CF88-A3FD-E8DF-370D7C19B1B6}"/>
              </a:ext>
            </a:extLst>
          </p:cNvPr>
          <p:cNvSpPr>
            <a:spLocks noGrp="1"/>
          </p:cNvSpPr>
          <p:nvPr>
            <p:ph idx="1"/>
          </p:nvPr>
        </p:nvSpPr>
        <p:spPr>
          <a:xfrm>
            <a:off x="457200" y="1823728"/>
            <a:ext cx="7281061" cy="442385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Picture Placeholder 18">
            <a:extLst>
              <a:ext uri="{FF2B5EF4-FFF2-40B4-BE49-F238E27FC236}">
                <a16:creationId xmlns:a16="http://schemas.microsoft.com/office/drawing/2014/main" id="{FBB1EB8E-9C26-DC32-8498-7F5998392555}"/>
              </a:ext>
            </a:extLst>
          </p:cNvPr>
          <p:cNvSpPr>
            <a:spLocks noGrp="1"/>
          </p:cNvSpPr>
          <p:nvPr>
            <p:ph type="pic" sz="quarter" idx="13" hasCustomPrompt="1"/>
          </p:nvPr>
        </p:nvSpPr>
        <p:spPr>
          <a:xfrm>
            <a:off x="8195489" y="-6369"/>
            <a:ext cx="3996512" cy="6398066"/>
          </a:xfrm>
          <a:blipFill dpi="0" rotWithShape="1">
            <a:blip r:embed="rId2">
              <a:alphaModFix amt="80000"/>
            </a:blip>
            <a:srcRect/>
            <a:stretch>
              <a:fillRect/>
            </a:stretch>
          </a:blipFill>
        </p:spPr>
        <p:txBody>
          <a:bodyPr/>
          <a:lstStyle>
            <a:lvl1pPr marL="0" indent="0">
              <a:buNone/>
              <a:defRPr/>
            </a:lvl1pPr>
          </a:lstStyle>
          <a:p>
            <a:r>
              <a:rPr lang="en-US"/>
              <a:t> </a:t>
            </a:r>
          </a:p>
        </p:txBody>
      </p:sp>
      <p:sp>
        <p:nvSpPr>
          <p:cNvPr id="5" name="Footer Placeholder 4">
            <a:extLst>
              <a:ext uri="{FF2B5EF4-FFF2-40B4-BE49-F238E27FC236}">
                <a16:creationId xmlns:a16="http://schemas.microsoft.com/office/drawing/2014/main" id="{A7E38D70-266E-0D00-4BB2-CEF20A35B76C}"/>
              </a:ext>
            </a:extLst>
          </p:cNvPr>
          <p:cNvSpPr>
            <a:spLocks noGrp="1"/>
          </p:cNvSpPr>
          <p:nvPr>
            <p:ph type="ftr" sz="quarter" idx="11"/>
          </p:nvPr>
        </p:nvSpPr>
        <p:spPr>
          <a:xfrm>
            <a:off x="457200" y="6445997"/>
            <a:ext cx="3949302" cy="365125"/>
          </a:xfrm>
        </p:spPr>
        <p:txBody>
          <a:bodyPr/>
          <a:lstStyle/>
          <a:p>
            <a:r>
              <a:rPr lang="en-US"/>
              <a:t>Sample Footer Text</a:t>
            </a:r>
          </a:p>
        </p:txBody>
      </p:sp>
      <p:sp>
        <p:nvSpPr>
          <p:cNvPr id="4" name="Date Placeholder 3">
            <a:extLst>
              <a:ext uri="{FF2B5EF4-FFF2-40B4-BE49-F238E27FC236}">
                <a16:creationId xmlns:a16="http://schemas.microsoft.com/office/drawing/2014/main" id="{ADC28223-FDFF-908F-158A-3401127BA5C7}"/>
              </a:ext>
            </a:extLst>
          </p:cNvPr>
          <p:cNvSpPr>
            <a:spLocks noGrp="1"/>
          </p:cNvSpPr>
          <p:nvPr>
            <p:ph type="dt" sz="half" idx="10"/>
          </p:nvPr>
        </p:nvSpPr>
        <p:spPr/>
        <p:txBody>
          <a:bodyPr/>
          <a:lstStyle/>
          <a:p>
            <a:fld id="{EBE49B79-F7D7-4EC9-B39C-00EEEABA80A1}" type="datetime1">
              <a:rPr lang="en-US" smtClean="0"/>
              <a:t>11/30/2025</a:t>
            </a:fld>
            <a:endParaRPr lang="en-US"/>
          </a:p>
        </p:txBody>
      </p:sp>
      <p:sp>
        <p:nvSpPr>
          <p:cNvPr id="6" name="Slide Number Placeholder 5">
            <a:extLst>
              <a:ext uri="{FF2B5EF4-FFF2-40B4-BE49-F238E27FC236}">
                <a16:creationId xmlns:a16="http://schemas.microsoft.com/office/drawing/2014/main" id="{9A1F0CF0-00B7-2F2A-2E49-88AB87A201E2}"/>
              </a:ext>
            </a:extLst>
          </p:cNvPr>
          <p:cNvSpPr>
            <a:spLocks noGrp="1"/>
          </p:cNvSpPr>
          <p:nvPr>
            <p:ph type="sldNum" sz="quarter" idx="12"/>
          </p:nvPr>
        </p:nvSpPr>
        <p:spPr/>
        <p:txBody>
          <a:bodyPr/>
          <a:lstStyle/>
          <a:p>
            <a:fld id="{DDF60B60-82CA-4BB9-BA6E-A62FADF2374B}" type="slidenum">
              <a:rPr lang="en-US" smtClean="0"/>
              <a:t>‹#›</a:t>
            </a:fld>
            <a:endParaRPr lang="en-US"/>
          </a:p>
        </p:txBody>
      </p:sp>
      <p:cxnSp>
        <p:nvCxnSpPr>
          <p:cNvPr id="14" name="Straight Connector 13">
            <a:extLst>
              <a:ext uri="{FF2B5EF4-FFF2-40B4-BE49-F238E27FC236}">
                <a16:creationId xmlns:a16="http://schemas.microsoft.com/office/drawing/2014/main" id="{6EB92977-9D16-C370-F779-0B9C67993046}"/>
              </a:ext>
            </a:extLst>
          </p:cNvPr>
          <p:cNvCxnSpPr>
            <a:cxnSpLocks/>
          </p:cNvCxnSpPr>
          <p:nvPr/>
        </p:nvCxnSpPr>
        <p:spPr>
          <a:xfrm flipH="1">
            <a:off x="0" y="6398068"/>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A254AC9C-312D-B8D1-5D04-C0CE07B464DB}"/>
              </a:ext>
            </a:extLst>
          </p:cNvPr>
          <p:cNvCxnSpPr>
            <a:cxnSpLocks/>
          </p:cNvCxnSpPr>
          <p:nvPr/>
        </p:nvCxnSpPr>
        <p:spPr>
          <a:xfrm>
            <a:off x="8188287"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5262375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8AB8C-6B7B-EBD3-4D71-F5150448D3B6}"/>
              </a:ext>
            </a:extLst>
          </p:cNvPr>
          <p:cNvSpPr>
            <a:spLocks noGrp="1"/>
          </p:cNvSpPr>
          <p:nvPr>
            <p:ph type="title"/>
          </p:nvPr>
        </p:nvSpPr>
        <p:spPr>
          <a:xfrm>
            <a:off x="5365423" y="678485"/>
            <a:ext cx="6369370" cy="1005840"/>
          </a:xfrm>
        </p:spPr>
        <p:txBody>
          <a:bodyPr/>
          <a:lstStyle/>
          <a:p>
            <a:r>
              <a:rPr lang="en-US"/>
              <a:t>Click to edit Master title style</a:t>
            </a:r>
          </a:p>
        </p:txBody>
      </p:sp>
      <p:sp>
        <p:nvSpPr>
          <p:cNvPr id="19" name="Picture Placeholder 18">
            <a:extLst>
              <a:ext uri="{FF2B5EF4-FFF2-40B4-BE49-F238E27FC236}">
                <a16:creationId xmlns:a16="http://schemas.microsoft.com/office/drawing/2014/main" id="{FBB1EB8E-9C26-DC32-8498-7F5998392555}"/>
              </a:ext>
            </a:extLst>
          </p:cNvPr>
          <p:cNvSpPr>
            <a:spLocks noGrp="1"/>
          </p:cNvSpPr>
          <p:nvPr>
            <p:ph type="pic" sz="quarter" idx="13" hasCustomPrompt="1"/>
          </p:nvPr>
        </p:nvSpPr>
        <p:spPr>
          <a:xfrm>
            <a:off x="0" y="-8466"/>
            <a:ext cx="4886539" cy="6398066"/>
          </a:xfrm>
          <a:blipFill dpi="0" rotWithShape="1">
            <a:blip r:embed="rId2">
              <a:alphaModFix amt="80000"/>
            </a:blip>
            <a:srcRect/>
            <a:stretch>
              <a:fillRect/>
            </a:stretch>
          </a:blipFill>
        </p:spPr>
        <p:txBody>
          <a:bodyPr/>
          <a:lstStyle>
            <a:lvl1pPr marL="0" indent="0">
              <a:buNone/>
              <a:defRPr/>
            </a:lvl1pPr>
          </a:lstStyle>
          <a:p>
            <a:r>
              <a:rPr lang="en-US"/>
              <a:t> </a:t>
            </a:r>
          </a:p>
        </p:txBody>
      </p:sp>
      <p:sp>
        <p:nvSpPr>
          <p:cNvPr id="3" name="Content Placeholder 2">
            <a:extLst>
              <a:ext uri="{FF2B5EF4-FFF2-40B4-BE49-F238E27FC236}">
                <a16:creationId xmlns:a16="http://schemas.microsoft.com/office/drawing/2014/main" id="{00327223-CF88-A3FD-E8DF-370D7C19B1B6}"/>
              </a:ext>
            </a:extLst>
          </p:cNvPr>
          <p:cNvSpPr>
            <a:spLocks noGrp="1"/>
          </p:cNvSpPr>
          <p:nvPr>
            <p:ph idx="1"/>
          </p:nvPr>
        </p:nvSpPr>
        <p:spPr>
          <a:xfrm>
            <a:off x="5373890" y="1821484"/>
            <a:ext cx="6360897" cy="42921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A7E38D70-266E-0D00-4BB2-CEF20A35B76C}"/>
              </a:ext>
            </a:extLst>
          </p:cNvPr>
          <p:cNvSpPr>
            <a:spLocks noGrp="1"/>
          </p:cNvSpPr>
          <p:nvPr>
            <p:ph type="ftr" sz="quarter" idx="11"/>
          </p:nvPr>
        </p:nvSpPr>
        <p:spPr>
          <a:xfrm>
            <a:off x="457200" y="6445997"/>
            <a:ext cx="3949302" cy="365125"/>
          </a:xfrm>
        </p:spPr>
        <p:txBody>
          <a:bodyPr/>
          <a:lstStyle/>
          <a:p>
            <a:r>
              <a:rPr lang="en-US"/>
              <a:t>Sample Footer Text</a:t>
            </a:r>
          </a:p>
        </p:txBody>
      </p:sp>
      <p:sp>
        <p:nvSpPr>
          <p:cNvPr id="4" name="Date Placeholder 3">
            <a:extLst>
              <a:ext uri="{FF2B5EF4-FFF2-40B4-BE49-F238E27FC236}">
                <a16:creationId xmlns:a16="http://schemas.microsoft.com/office/drawing/2014/main" id="{ADC28223-FDFF-908F-158A-3401127BA5C7}"/>
              </a:ext>
            </a:extLst>
          </p:cNvPr>
          <p:cNvSpPr>
            <a:spLocks noGrp="1"/>
          </p:cNvSpPr>
          <p:nvPr>
            <p:ph type="dt" sz="half" idx="10"/>
          </p:nvPr>
        </p:nvSpPr>
        <p:spPr/>
        <p:txBody>
          <a:bodyPr/>
          <a:lstStyle/>
          <a:p>
            <a:fld id="{0179C259-8124-4DF9-9476-1C574CC8A380}" type="datetime1">
              <a:rPr lang="en-US" smtClean="0"/>
              <a:t>11/30/2025</a:t>
            </a:fld>
            <a:endParaRPr lang="en-US"/>
          </a:p>
        </p:txBody>
      </p:sp>
      <p:sp>
        <p:nvSpPr>
          <p:cNvPr id="6" name="Slide Number Placeholder 5">
            <a:extLst>
              <a:ext uri="{FF2B5EF4-FFF2-40B4-BE49-F238E27FC236}">
                <a16:creationId xmlns:a16="http://schemas.microsoft.com/office/drawing/2014/main" id="{9A1F0CF0-00B7-2F2A-2E49-88AB87A201E2}"/>
              </a:ext>
            </a:extLst>
          </p:cNvPr>
          <p:cNvSpPr>
            <a:spLocks noGrp="1"/>
          </p:cNvSpPr>
          <p:nvPr>
            <p:ph type="sldNum" sz="quarter" idx="12"/>
          </p:nvPr>
        </p:nvSpPr>
        <p:spPr/>
        <p:txBody>
          <a:bodyPr/>
          <a:lstStyle/>
          <a:p>
            <a:fld id="{DDF60B60-82CA-4BB9-BA6E-A62FADF2374B}" type="slidenum">
              <a:rPr lang="en-US" smtClean="0"/>
              <a:t>‹#›</a:t>
            </a:fld>
            <a:endParaRPr lang="en-US"/>
          </a:p>
        </p:txBody>
      </p:sp>
      <p:cxnSp>
        <p:nvCxnSpPr>
          <p:cNvPr id="14" name="Straight Connector 13">
            <a:extLst>
              <a:ext uri="{FF2B5EF4-FFF2-40B4-BE49-F238E27FC236}">
                <a16:creationId xmlns:a16="http://schemas.microsoft.com/office/drawing/2014/main" id="{6EB92977-9D16-C370-F779-0B9C67993046}"/>
              </a:ext>
            </a:extLst>
          </p:cNvPr>
          <p:cNvCxnSpPr>
            <a:cxnSpLocks/>
          </p:cNvCxnSpPr>
          <p:nvPr/>
        </p:nvCxnSpPr>
        <p:spPr>
          <a:xfrm flipH="1">
            <a:off x="0" y="6398068"/>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A254AC9C-312D-B8D1-5D04-C0CE07B464DB}"/>
              </a:ext>
            </a:extLst>
          </p:cNvPr>
          <p:cNvCxnSpPr>
            <a:cxnSpLocks/>
          </p:cNvCxnSpPr>
          <p:nvPr/>
        </p:nvCxnSpPr>
        <p:spPr>
          <a:xfrm>
            <a:off x="4890812"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2666165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8AB8C-6B7B-EBD3-4D71-F5150448D3B6}"/>
              </a:ext>
            </a:extLst>
          </p:cNvPr>
          <p:cNvSpPr>
            <a:spLocks noGrp="1"/>
          </p:cNvSpPr>
          <p:nvPr>
            <p:ph type="title"/>
          </p:nvPr>
        </p:nvSpPr>
        <p:spPr>
          <a:xfrm>
            <a:off x="457200" y="678485"/>
            <a:ext cx="6369370" cy="1005840"/>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00327223-CF88-A3FD-E8DF-370D7C19B1B6}"/>
              </a:ext>
            </a:extLst>
          </p:cNvPr>
          <p:cNvSpPr>
            <a:spLocks noGrp="1"/>
          </p:cNvSpPr>
          <p:nvPr>
            <p:ph idx="1"/>
          </p:nvPr>
        </p:nvSpPr>
        <p:spPr>
          <a:xfrm>
            <a:off x="457200" y="1821484"/>
            <a:ext cx="6360897" cy="42921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Picture Placeholder 18">
            <a:extLst>
              <a:ext uri="{FF2B5EF4-FFF2-40B4-BE49-F238E27FC236}">
                <a16:creationId xmlns:a16="http://schemas.microsoft.com/office/drawing/2014/main" id="{FBB1EB8E-9C26-DC32-8498-7F5998392555}"/>
              </a:ext>
            </a:extLst>
          </p:cNvPr>
          <p:cNvSpPr>
            <a:spLocks noGrp="1"/>
          </p:cNvSpPr>
          <p:nvPr>
            <p:ph type="pic" sz="quarter" idx="13" hasCustomPrompt="1"/>
          </p:nvPr>
        </p:nvSpPr>
        <p:spPr>
          <a:xfrm>
            <a:off x="7277100" y="-8466"/>
            <a:ext cx="4914895" cy="6398066"/>
          </a:xfrm>
          <a:blipFill dpi="0" rotWithShape="1">
            <a:blip r:embed="rId2">
              <a:alphaModFix amt="80000"/>
            </a:blip>
            <a:srcRect/>
            <a:stretch>
              <a:fillRect/>
            </a:stretch>
          </a:blipFill>
        </p:spPr>
        <p:txBody>
          <a:bodyPr/>
          <a:lstStyle>
            <a:lvl1pPr marL="0" indent="0">
              <a:buNone/>
              <a:defRPr/>
            </a:lvl1pPr>
          </a:lstStyle>
          <a:p>
            <a:r>
              <a:rPr lang="en-US"/>
              <a:t> </a:t>
            </a:r>
          </a:p>
        </p:txBody>
      </p:sp>
      <p:sp>
        <p:nvSpPr>
          <p:cNvPr id="5" name="Footer Placeholder 4">
            <a:extLst>
              <a:ext uri="{FF2B5EF4-FFF2-40B4-BE49-F238E27FC236}">
                <a16:creationId xmlns:a16="http://schemas.microsoft.com/office/drawing/2014/main" id="{A7E38D70-266E-0D00-4BB2-CEF20A35B76C}"/>
              </a:ext>
            </a:extLst>
          </p:cNvPr>
          <p:cNvSpPr>
            <a:spLocks noGrp="1"/>
          </p:cNvSpPr>
          <p:nvPr>
            <p:ph type="ftr" sz="quarter" idx="11"/>
          </p:nvPr>
        </p:nvSpPr>
        <p:spPr>
          <a:xfrm>
            <a:off x="457200" y="6445997"/>
            <a:ext cx="3949302" cy="365125"/>
          </a:xfrm>
        </p:spPr>
        <p:txBody>
          <a:bodyPr/>
          <a:lstStyle/>
          <a:p>
            <a:r>
              <a:rPr lang="en-US"/>
              <a:t>Sample Footer Text</a:t>
            </a:r>
          </a:p>
        </p:txBody>
      </p:sp>
      <p:sp>
        <p:nvSpPr>
          <p:cNvPr id="4" name="Date Placeholder 3">
            <a:extLst>
              <a:ext uri="{FF2B5EF4-FFF2-40B4-BE49-F238E27FC236}">
                <a16:creationId xmlns:a16="http://schemas.microsoft.com/office/drawing/2014/main" id="{ADC28223-FDFF-908F-158A-3401127BA5C7}"/>
              </a:ext>
            </a:extLst>
          </p:cNvPr>
          <p:cNvSpPr>
            <a:spLocks noGrp="1"/>
          </p:cNvSpPr>
          <p:nvPr>
            <p:ph type="dt" sz="half" idx="10"/>
          </p:nvPr>
        </p:nvSpPr>
        <p:spPr/>
        <p:txBody>
          <a:bodyPr/>
          <a:lstStyle/>
          <a:p>
            <a:fld id="{D30DCB73-7DFF-41E9-94AE-03DDC0983D5F}" type="datetime1">
              <a:rPr lang="en-US" smtClean="0"/>
              <a:t>11/30/2025</a:t>
            </a:fld>
            <a:endParaRPr lang="en-US"/>
          </a:p>
        </p:txBody>
      </p:sp>
      <p:sp>
        <p:nvSpPr>
          <p:cNvPr id="6" name="Slide Number Placeholder 5">
            <a:extLst>
              <a:ext uri="{FF2B5EF4-FFF2-40B4-BE49-F238E27FC236}">
                <a16:creationId xmlns:a16="http://schemas.microsoft.com/office/drawing/2014/main" id="{9A1F0CF0-00B7-2F2A-2E49-88AB87A201E2}"/>
              </a:ext>
            </a:extLst>
          </p:cNvPr>
          <p:cNvSpPr>
            <a:spLocks noGrp="1"/>
          </p:cNvSpPr>
          <p:nvPr>
            <p:ph type="sldNum" sz="quarter" idx="12"/>
          </p:nvPr>
        </p:nvSpPr>
        <p:spPr/>
        <p:txBody>
          <a:bodyPr/>
          <a:lstStyle/>
          <a:p>
            <a:fld id="{DDF60B60-82CA-4BB9-BA6E-A62FADF2374B}" type="slidenum">
              <a:rPr lang="en-US" smtClean="0"/>
              <a:t>‹#›</a:t>
            </a:fld>
            <a:endParaRPr lang="en-US"/>
          </a:p>
        </p:txBody>
      </p:sp>
      <p:cxnSp>
        <p:nvCxnSpPr>
          <p:cNvPr id="14" name="Straight Connector 13">
            <a:extLst>
              <a:ext uri="{FF2B5EF4-FFF2-40B4-BE49-F238E27FC236}">
                <a16:creationId xmlns:a16="http://schemas.microsoft.com/office/drawing/2014/main" id="{6EB92977-9D16-C370-F779-0B9C67993046}"/>
              </a:ext>
            </a:extLst>
          </p:cNvPr>
          <p:cNvCxnSpPr>
            <a:cxnSpLocks/>
          </p:cNvCxnSpPr>
          <p:nvPr/>
        </p:nvCxnSpPr>
        <p:spPr>
          <a:xfrm flipH="1">
            <a:off x="0" y="6398068"/>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A254AC9C-312D-B8D1-5D04-C0CE07B464DB}"/>
              </a:ext>
            </a:extLst>
          </p:cNvPr>
          <p:cNvCxnSpPr>
            <a:cxnSpLocks/>
          </p:cNvCxnSpPr>
          <p:nvPr/>
        </p:nvCxnSpPr>
        <p:spPr>
          <a:xfrm>
            <a:off x="7270008"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4943787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8AB8C-6B7B-EBD3-4D71-F5150448D3B6}"/>
              </a:ext>
            </a:extLst>
          </p:cNvPr>
          <p:cNvSpPr>
            <a:spLocks noGrp="1"/>
          </p:cNvSpPr>
          <p:nvPr>
            <p:ph type="title"/>
          </p:nvPr>
        </p:nvSpPr>
        <p:spPr>
          <a:xfrm>
            <a:off x="8191500" y="458144"/>
            <a:ext cx="3433926" cy="1681551"/>
          </a:xfrm>
        </p:spPr>
        <p:txBody>
          <a:bodyPr/>
          <a:lstStyle/>
          <a:p>
            <a:r>
              <a:rPr lang="en-US"/>
              <a:t>Click to edit Master title style</a:t>
            </a:r>
          </a:p>
        </p:txBody>
      </p:sp>
      <p:sp>
        <p:nvSpPr>
          <p:cNvPr id="19" name="Picture Placeholder 18">
            <a:extLst>
              <a:ext uri="{FF2B5EF4-FFF2-40B4-BE49-F238E27FC236}">
                <a16:creationId xmlns:a16="http://schemas.microsoft.com/office/drawing/2014/main" id="{FBB1EB8E-9C26-DC32-8498-7F5998392555}"/>
              </a:ext>
            </a:extLst>
          </p:cNvPr>
          <p:cNvSpPr>
            <a:spLocks noGrp="1"/>
          </p:cNvSpPr>
          <p:nvPr>
            <p:ph type="pic" sz="quarter" idx="13" hasCustomPrompt="1"/>
          </p:nvPr>
        </p:nvSpPr>
        <p:spPr>
          <a:xfrm>
            <a:off x="0" y="0"/>
            <a:ext cx="7722292" cy="6396281"/>
          </a:xfrm>
          <a:blipFill dpi="0" rotWithShape="1">
            <a:blip r:embed="rId2">
              <a:alphaModFix amt="80000"/>
            </a:blip>
            <a:srcRect/>
            <a:stretch>
              <a:fillRect/>
            </a:stretch>
          </a:blipFill>
        </p:spPr>
        <p:txBody>
          <a:bodyPr/>
          <a:lstStyle>
            <a:lvl1pPr marL="0" indent="0">
              <a:buNone/>
              <a:defRPr/>
            </a:lvl1pPr>
          </a:lstStyle>
          <a:p>
            <a:r>
              <a:rPr lang="en-US"/>
              <a:t> </a:t>
            </a:r>
          </a:p>
        </p:txBody>
      </p:sp>
      <p:sp>
        <p:nvSpPr>
          <p:cNvPr id="3" name="Content Placeholder 2">
            <a:extLst>
              <a:ext uri="{FF2B5EF4-FFF2-40B4-BE49-F238E27FC236}">
                <a16:creationId xmlns:a16="http://schemas.microsoft.com/office/drawing/2014/main" id="{00327223-CF88-A3FD-E8DF-370D7C19B1B6}"/>
              </a:ext>
            </a:extLst>
          </p:cNvPr>
          <p:cNvSpPr>
            <a:spLocks noGrp="1"/>
          </p:cNvSpPr>
          <p:nvPr>
            <p:ph idx="1"/>
          </p:nvPr>
        </p:nvSpPr>
        <p:spPr>
          <a:xfrm>
            <a:off x="8191500" y="2276856"/>
            <a:ext cx="3433926" cy="37856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A7E38D70-266E-0D00-4BB2-CEF20A35B76C}"/>
              </a:ext>
            </a:extLst>
          </p:cNvPr>
          <p:cNvSpPr>
            <a:spLocks noGrp="1"/>
          </p:cNvSpPr>
          <p:nvPr>
            <p:ph type="ftr" sz="quarter" idx="11"/>
          </p:nvPr>
        </p:nvSpPr>
        <p:spPr>
          <a:xfrm>
            <a:off x="457200" y="6445997"/>
            <a:ext cx="3949302" cy="365125"/>
          </a:xfrm>
        </p:spPr>
        <p:txBody>
          <a:bodyPr/>
          <a:lstStyle/>
          <a:p>
            <a:r>
              <a:rPr lang="en-US"/>
              <a:t>Sample Footer Text</a:t>
            </a:r>
          </a:p>
        </p:txBody>
      </p:sp>
      <p:sp>
        <p:nvSpPr>
          <p:cNvPr id="4" name="Date Placeholder 3">
            <a:extLst>
              <a:ext uri="{FF2B5EF4-FFF2-40B4-BE49-F238E27FC236}">
                <a16:creationId xmlns:a16="http://schemas.microsoft.com/office/drawing/2014/main" id="{ADC28223-FDFF-908F-158A-3401127BA5C7}"/>
              </a:ext>
            </a:extLst>
          </p:cNvPr>
          <p:cNvSpPr>
            <a:spLocks noGrp="1"/>
          </p:cNvSpPr>
          <p:nvPr>
            <p:ph type="dt" sz="half" idx="10"/>
          </p:nvPr>
        </p:nvSpPr>
        <p:spPr/>
        <p:txBody>
          <a:bodyPr/>
          <a:lstStyle/>
          <a:p>
            <a:fld id="{41D76A9E-247B-42FF-94A5-087CF9B29B6E}" type="datetime1">
              <a:rPr lang="en-US" smtClean="0"/>
              <a:t>11/30/2025</a:t>
            </a:fld>
            <a:endParaRPr lang="en-US"/>
          </a:p>
        </p:txBody>
      </p:sp>
      <p:sp>
        <p:nvSpPr>
          <p:cNvPr id="6" name="Slide Number Placeholder 5">
            <a:extLst>
              <a:ext uri="{FF2B5EF4-FFF2-40B4-BE49-F238E27FC236}">
                <a16:creationId xmlns:a16="http://schemas.microsoft.com/office/drawing/2014/main" id="{9A1F0CF0-00B7-2F2A-2E49-88AB87A201E2}"/>
              </a:ext>
            </a:extLst>
          </p:cNvPr>
          <p:cNvSpPr>
            <a:spLocks noGrp="1"/>
          </p:cNvSpPr>
          <p:nvPr>
            <p:ph type="sldNum" sz="quarter" idx="12"/>
          </p:nvPr>
        </p:nvSpPr>
        <p:spPr/>
        <p:txBody>
          <a:bodyPr/>
          <a:lstStyle/>
          <a:p>
            <a:fld id="{DDF60B60-82CA-4BB9-BA6E-A62FADF2374B}" type="slidenum">
              <a:rPr lang="en-US" smtClean="0"/>
              <a:t>‹#›</a:t>
            </a:fld>
            <a:endParaRPr lang="en-US"/>
          </a:p>
        </p:txBody>
      </p:sp>
      <p:cxnSp>
        <p:nvCxnSpPr>
          <p:cNvPr id="14" name="Straight Connector 13">
            <a:extLst>
              <a:ext uri="{FF2B5EF4-FFF2-40B4-BE49-F238E27FC236}">
                <a16:creationId xmlns:a16="http://schemas.microsoft.com/office/drawing/2014/main" id="{6EB92977-9D16-C370-F779-0B9C67993046}"/>
              </a:ext>
            </a:extLst>
          </p:cNvPr>
          <p:cNvCxnSpPr>
            <a:cxnSpLocks/>
          </p:cNvCxnSpPr>
          <p:nvPr/>
        </p:nvCxnSpPr>
        <p:spPr>
          <a:xfrm flipH="1">
            <a:off x="0" y="6399854"/>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BA67EAFE-BA64-2156-9780-AA400F6F3026}"/>
              </a:ext>
            </a:extLst>
          </p:cNvPr>
          <p:cNvCxnSpPr>
            <a:cxnSpLocks/>
          </p:cNvCxnSpPr>
          <p:nvPr/>
        </p:nvCxnSpPr>
        <p:spPr>
          <a:xfrm>
            <a:off x="7727358"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6898702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8AB8C-6B7B-EBD3-4D71-F5150448D3B6}"/>
              </a:ext>
            </a:extLst>
          </p:cNvPr>
          <p:cNvSpPr>
            <a:spLocks noGrp="1"/>
          </p:cNvSpPr>
          <p:nvPr>
            <p:ph type="title"/>
          </p:nvPr>
        </p:nvSpPr>
        <p:spPr>
          <a:xfrm>
            <a:off x="457200" y="458145"/>
            <a:ext cx="4000497" cy="1679799"/>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00327223-CF88-A3FD-E8DF-370D7C19B1B6}"/>
              </a:ext>
            </a:extLst>
          </p:cNvPr>
          <p:cNvSpPr>
            <a:spLocks noGrp="1"/>
          </p:cNvSpPr>
          <p:nvPr>
            <p:ph idx="1"/>
          </p:nvPr>
        </p:nvSpPr>
        <p:spPr>
          <a:xfrm>
            <a:off x="457200" y="2272880"/>
            <a:ext cx="4000497" cy="378949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Picture Placeholder 18">
            <a:extLst>
              <a:ext uri="{FF2B5EF4-FFF2-40B4-BE49-F238E27FC236}">
                <a16:creationId xmlns:a16="http://schemas.microsoft.com/office/drawing/2014/main" id="{FBB1EB8E-9C26-DC32-8498-7F5998392555}"/>
              </a:ext>
            </a:extLst>
          </p:cNvPr>
          <p:cNvSpPr>
            <a:spLocks noGrp="1"/>
          </p:cNvSpPr>
          <p:nvPr>
            <p:ph type="pic" sz="quarter" idx="13" hasCustomPrompt="1"/>
          </p:nvPr>
        </p:nvSpPr>
        <p:spPr>
          <a:xfrm>
            <a:off x="4853323" y="0"/>
            <a:ext cx="7338676" cy="6396281"/>
          </a:xfrm>
          <a:blipFill dpi="0" rotWithShape="1">
            <a:blip r:embed="rId2">
              <a:alphaModFix amt="80000"/>
            </a:blip>
            <a:srcRect/>
            <a:stretch>
              <a:fillRect/>
            </a:stretch>
          </a:blipFill>
        </p:spPr>
        <p:txBody>
          <a:bodyPr/>
          <a:lstStyle>
            <a:lvl1pPr marL="0" indent="0">
              <a:buNone/>
              <a:defRPr/>
            </a:lvl1pPr>
          </a:lstStyle>
          <a:p>
            <a:r>
              <a:rPr lang="en-US"/>
              <a:t> </a:t>
            </a:r>
          </a:p>
        </p:txBody>
      </p:sp>
      <p:sp>
        <p:nvSpPr>
          <p:cNvPr id="5" name="Footer Placeholder 4">
            <a:extLst>
              <a:ext uri="{FF2B5EF4-FFF2-40B4-BE49-F238E27FC236}">
                <a16:creationId xmlns:a16="http://schemas.microsoft.com/office/drawing/2014/main" id="{A7E38D70-266E-0D00-4BB2-CEF20A35B76C}"/>
              </a:ext>
            </a:extLst>
          </p:cNvPr>
          <p:cNvSpPr>
            <a:spLocks noGrp="1"/>
          </p:cNvSpPr>
          <p:nvPr>
            <p:ph type="ftr" sz="quarter" idx="11"/>
          </p:nvPr>
        </p:nvSpPr>
        <p:spPr>
          <a:xfrm>
            <a:off x="457200" y="6445997"/>
            <a:ext cx="4000500" cy="365125"/>
          </a:xfrm>
        </p:spPr>
        <p:txBody>
          <a:bodyPr/>
          <a:lstStyle/>
          <a:p>
            <a:r>
              <a:rPr lang="en-US"/>
              <a:t>Sample Footer Text</a:t>
            </a:r>
          </a:p>
        </p:txBody>
      </p:sp>
      <p:sp>
        <p:nvSpPr>
          <p:cNvPr id="4" name="Date Placeholder 3">
            <a:extLst>
              <a:ext uri="{FF2B5EF4-FFF2-40B4-BE49-F238E27FC236}">
                <a16:creationId xmlns:a16="http://schemas.microsoft.com/office/drawing/2014/main" id="{ADC28223-FDFF-908F-158A-3401127BA5C7}"/>
              </a:ext>
            </a:extLst>
          </p:cNvPr>
          <p:cNvSpPr>
            <a:spLocks noGrp="1"/>
          </p:cNvSpPr>
          <p:nvPr>
            <p:ph type="dt" sz="half" idx="10"/>
          </p:nvPr>
        </p:nvSpPr>
        <p:spPr/>
        <p:txBody>
          <a:bodyPr/>
          <a:lstStyle/>
          <a:p>
            <a:fld id="{216F4089-B0B8-4924-B485-08424C78200C}" type="datetime1">
              <a:rPr lang="en-US" smtClean="0"/>
              <a:t>11/30/2025</a:t>
            </a:fld>
            <a:endParaRPr lang="en-US"/>
          </a:p>
        </p:txBody>
      </p:sp>
      <p:sp>
        <p:nvSpPr>
          <p:cNvPr id="6" name="Slide Number Placeholder 5">
            <a:extLst>
              <a:ext uri="{FF2B5EF4-FFF2-40B4-BE49-F238E27FC236}">
                <a16:creationId xmlns:a16="http://schemas.microsoft.com/office/drawing/2014/main" id="{9A1F0CF0-00B7-2F2A-2E49-88AB87A201E2}"/>
              </a:ext>
            </a:extLst>
          </p:cNvPr>
          <p:cNvSpPr>
            <a:spLocks noGrp="1"/>
          </p:cNvSpPr>
          <p:nvPr>
            <p:ph type="sldNum" sz="quarter" idx="12"/>
          </p:nvPr>
        </p:nvSpPr>
        <p:spPr/>
        <p:txBody>
          <a:bodyPr/>
          <a:lstStyle/>
          <a:p>
            <a:fld id="{DDF60B60-82CA-4BB9-BA6E-A62FADF2374B}" type="slidenum">
              <a:rPr lang="en-US" smtClean="0"/>
              <a:t>‹#›</a:t>
            </a:fld>
            <a:endParaRPr lang="en-US"/>
          </a:p>
        </p:txBody>
      </p:sp>
      <p:cxnSp>
        <p:nvCxnSpPr>
          <p:cNvPr id="14" name="Straight Connector 13">
            <a:extLst>
              <a:ext uri="{FF2B5EF4-FFF2-40B4-BE49-F238E27FC236}">
                <a16:creationId xmlns:a16="http://schemas.microsoft.com/office/drawing/2014/main" id="{6EB92977-9D16-C370-F779-0B9C67993046}"/>
              </a:ext>
            </a:extLst>
          </p:cNvPr>
          <p:cNvCxnSpPr>
            <a:cxnSpLocks/>
          </p:cNvCxnSpPr>
          <p:nvPr/>
        </p:nvCxnSpPr>
        <p:spPr>
          <a:xfrm flipH="1">
            <a:off x="0" y="6399854"/>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A254AC9C-312D-B8D1-5D04-C0CE07B464DB}"/>
              </a:ext>
            </a:extLst>
          </p:cNvPr>
          <p:cNvCxnSpPr>
            <a:cxnSpLocks/>
          </p:cNvCxnSpPr>
          <p:nvPr/>
        </p:nvCxnSpPr>
        <p:spPr>
          <a:xfrm>
            <a:off x="4849331"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8231902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8AB8C-6B7B-EBD3-4D71-F5150448D3B6}"/>
              </a:ext>
            </a:extLst>
          </p:cNvPr>
          <p:cNvSpPr>
            <a:spLocks noGrp="1"/>
          </p:cNvSpPr>
          <p:nvPr>
            <p:ph type="title"/>
          </p:nvPr>
        </p:nvSpPr>
        <p:spPr>
          <a:xfrm>
            <a:off x="7739922" y="458144"/>
            <a:ext cx="3909536" cy="1485873"/>
          </a:xfrm>
        </p:spPr>
        <p:txBody>
          <a:bodyPr/>
          <a:lstStyle/>
          <a:p>
            <a:r>
              <a:rPr lang="en-US"/>
              <a:t>Click to edit Master title style</a:t>
            </a:r>
          </a:p>
        </p:txBody>
      </p:sp>
      <p:sp>
        <p:nvSpPr>
          <p:cNvPr id="19" name="Picture Placeholder 18">
            <a:extLst>
              <a:ext uri="{FF2B5EF4-FFF2-40B4-BE49-F238E27FC236}">
                <a16:creationId xmlns:a16="http://schemas.microsoft.com/office/drawing/2014/main" id="{FBB1EB8E-9C26-DC32-8498-7F5998392555}"/>
              </a:ext>
            </a:extLst>
          </p:cNvPr>
          <p:cNvSpPr>
            <a:spLocks noGrp="1"/>
          </p:cNvSpPr>
          <p:nvPr>
            <p:ph type="pic" sz="quarter" idx="13" hasCustomPrompt="1"/>
          </p:nvPr>
        </p:nvSpPr>
        <p:spPr>
          <a:xfrm>
            <a:off x="0" y="0"/>
            <a:ext cx="7268396" cy="6396281"/>
          </a:xfrm>
          <a:blipFill dpi="0" rotWithShape="1">
            <a:blip r:embed="rId2">
              <a:alphaModFix amt="80000"/>
            </a:blip>
            <a:srcRect/>
            <a:stretch>
              <a:fillRect/>
            </a:stretch>
          </a:blipFill>
        </p:spPr>
        <p:txBody>
          <a:bodyPr/>
          <a:lstStyle>
            <a:lvl1pPr marL="0" indent="0">
              <a:buNone/>
              <a:defRPr/>
            </a:lvl1pPr>
          </a:lstStyle>
          <a:p>
            <a:r>
              <a:rPr lang="en-US"/>
              <a:t> </a:t>
            </a:r>
          </a:p>
        </p:txBody>
      </p:sp>
      <p:sp>
        <p:nvSpPr>
          <p:cNvPr id="3" name="Content Placeholder 2">
            <a:extLst>
              <a:ext uri="{FF2B5EF4-FFF2-40B4-BE49-F238E27FC236}">
                <a16:creationId xmlns:a16="http://schemas.microsoft.com/office/drawing/2014/main" id="{00327223-CF88-A3FD-E8DF-370D7C19B1B6}"/>
              </a:ext>
            </a:extLst>
          </p:cNvPr>
          <p:cNvSpPr>
            <a:spLocks noGrp="1"/>
          </p:cNvSpPr>
          <p:nvPr>
            <p:ph idx="1"/>
          </p:nvPr>
        </p:nvSpPr>
        <p:spPr>
          <a:xfrm>
            <a:off x="7739922" y="2463789"/>
            <a:ext cx="3909534" cy="356109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A7E38D70-266E-0D00-4BB2-CEF20A35B76C}"/>
              </a:ext>
            </a:extLst>
          </p:cNvPr>
          <p:cNvSpPr>
            <a:spLocks noGrp="1"/>
          </p:cNvSpPr>
          <p:nvPr>
            <p:ph type="ftr" sz="quarter" idx="11"/>
          </p:nvPr>
        </p:nvSpPr>
        <p:spPr>
          <a:xfrm>
            <a:off x="457200" y="6445997"/>
            <a:ext cx="3949302" cy="365125"/>
          </a:xfrm>
        </p:spPr>
        <p:txBody>
          <a:bodyPr/>
          <a:lstStyle/>
          <a:p>
            <a:r>
              <a:rPr lang="en-US"/>
              <a:t>Sample Footer Text</a:t>
            </a:r>
          </a:p>
        </p:txBody>
      </p:sp>
      <p:sp>
        <p:nvSpPr>
          <p:cNvPr id="4" name="Date Placeholder 3">
            <a:extLst>
              <a:ext uri="{FF2B5EF4-FFF2-40B4-BE49-F238E27FC236}">
                <a16:creationId xmlns:a16="http://schemas.microsoft.com/office/drawing/2014/main" id="{ADC28223-FDFF-908F-158A-3401127BA5C7}"/>
              </a:ext>
            </a:extLst>
          </p:cNvPr>
          <p:cNvSpPr>
            <a:spLocks noGrp="1"/>
          </p:cNvSpPr>
          <p:nvPr>
            <p:ph type="dt" sz="half" idx="10"/>
          </p:nvPr>
        </p:nvSpPr>
        <p:spPr/>
        <p:txBody>
          <a:bodyPr/>
          <a:lstStyle/>
          <a:p>
            <a:fld id="{4E58CB80-2CED-4065-90C6-0999AD9EE7FC}" type="datetime1">
              <a:rPr lang="en-US" smtClean="0"/>
              <a:t>11/30/2025</a:t>
            </a:fld>
            <a:endParaRPr lang="en-US"/>
          </a:p>
        </p:txBody>
      </p:sp>
      <p:sp>
        <p:nvSpPr>
          <p:cNvPr id="6" name="Slide Number Placeholder 5">
            <a:extLst>
              <a:ext uri="{FF2B5EF4-FFF2-40B4-BE49-F238E27FC236}">
                <a16:creationId xmlns:a16="http://schemas.microsoft.com/office/drawing/2014/main" id="{9A1F0CF0-00B7-2F2A-2E49-88AB87A201E2}"/>
              </a:ext>
            </a:extLst>
          </p:cNvPr>
          <p:cNvSpPr>
            <a:spLocks noGrp="1"/>
          </p:cNvSpPr>
          <p:nvPr>
            <p:ph type="sldNum" sz="quarter" idx="12"/>
          </p:nvPr>
        </p:nvSpPr>
        <p:spPr/>
        <p:txBody>
          <a:bodyPr/>
          <a:lstStyle/>
          <a:p>
            <a:fld id="{DDF60B60-82CA-4BB9-BA6E-A62FADF2374B}" type="slidenum">
              <a:rPr lang="en-US" smtClean="0"/>
              <a:t>‹#›</a:t>
            </a:fld>
            <a:endParaRPr lang="en-US"/>
          </a:p>
        </p:txBody>
      </p:sp>
      <p:cxnSp>
        <p:nvCxnSpPr>
          <p:cNvPr id="14" name="Straight Connector 13">
            <a:extLst>
              <a:ext uri="{FF2B5EF4-FFF2-40B4-BE49-F238E27FC236}">
                <a16:creationId xmlns:a16="http://schemas.microsoft.com/office/drawing/2014/main" id="{6EB92977-9D16-C370-F779-0B9C67993046}"/>
              </a:ext>
            </a:extLst>
          </p:cNvPr>
          <p:cNvCxnSpPr>
            <a:cxnSpLocks/>
          </p:cNvCxnSpPr>
          <p:nvPr/>
        </p:nvCxnSpPr>
        <p:spPr>
          <a:xfrm flipH="1">
            <a:off x="0" y="6399854"/>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BA67EAFE-BA64-2156-9780-AA400F6F3026}"/>
              </a:ext>
            </a:extLst>
          </p:cNvPr>
          <p:cNvCxnSpPr>
            <a:cxnSpLocks/>
          </p:cNvCxnSpPr>
          <p:nvPr/>
        </p:nvCxnSpPr>
        <p:spPr>
          <a:xfrm>
            <a:off x="7271347"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854F2342-86AA-3EA4-EB3B-2DB8D68315E6}"/>
              </a:ext>
            </a:extLst>
          </p:cNvPr>
          <p:cNvCxnSpPr>
            <a:cxnSpLocks/>
          </p:cNvCxnSpPr>
          <p:nvPr/>
        </p:nvCxnSpPr>
        <p:spPr>
          <a:xfrm flipH="1">
            <a:off x="7227420" y="2212509"/>
            <a:ext cx="493532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1012287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ontent with Picture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8AB8C-6B7B-EBD3-4D71-F5150448D3B6}"/>
              </a:ext>
            </a:extLst>
          </p:cNvPr>
          <p:cNvSpPr>
            <a:spLocks noGrp="1"/>
          </p:cNvSpPr>
          <p:nvPr>
            <p:ph type="title"/>
          </p:nvPr>
        </p:nvSpPr>
        <p:spPr>
          <a:xfrm>
            <a:off x="8664673" y="586591"/>
            <a:ext cx="2915036" cy="1600279"/>
          </a:xfrm>
        </p:spPr>
        <p:txBody>
          <a:bodyPr/>
          <a:lstStyle/>
          <a:p>
            <a:r>
              <a:rPr lang="en-US"/>
              <a:t>Click to edit Master title style</a:t>
            </a:r>
          </a:p>
        </p:txBody>
      </p:sp>
      <p:sp>
        <p:nvSpPr>
          <p:cNvPr id="19" name="Picture Placeholder 18">
            <a:extLst>
              <a:ext uri="{FF2B5EF4-FFF2-40B4-BE49-F238E27FC236}">
                <a16:creationId xmlns:a16="http://schemas.microsoft.com/office/drawing/2014/main" id="{FBB1EB8E-9C26-DC32-8498-7F5998392555}"/>
              </a:ext>
            </a:extLst>
          </p:cNvPr>
          <p:cNvSpPr>
            <a:spLocks noGrp="1"/>
          </p:cNvSpPr>
          <p:nvPr>
            <p:ph type="pic" sz="quarter" idx="13" hasCustomPrompt="1"/>
          </p:nvPr>
        </p:nvSpPr>
        <p:spPr>
          <a:xfrm>
            <a:off x="0" y="0"/>
            <a:ext cx="8186508" cy="6396281"/>
          </a:xfrm>
          <a:blipFill dpi="0" rotWithShape="1">
            <a:blip r:embed="rId2">
              <a:alphaModFix amt="80000"/>
            </a:blip>
            <a:srcRect/>
            <a:stretch>
              <a:fillRect/>
            </a:stretch>
          </a:blipFill>
        </p:spPr>
        <p:txBody>
          <a:bodyPr/>
          <a:lstStyle>
            <a:lvl1pPr marL="0" indent="0">
              <a:buNone/>
              <a:defRPr/>
            </a:lvl1pPr>
          </a:lstStyle>
          <a:p>
            <a:r>
              <a:rPr lang="en-US"/>
              <a:t> </a:t>
            </a:r>
          </a:p>
        </p:txBody>
      </p:sp>
      <p:sp>
        <p:nvSpPr>
          <p:cNvPr id="3" name="Content Placeholder 2">
            <a:extLst>
              <a:ext uri="{FF2B5EF4-FFF2-40B4-BE49-F238E27FC236}">
                <a16:creationId xmlns:a16="http://schemas.microsoft.com/office/drawing/2014/main" id="{00327223-CF88-A3FD-E8DF-370D7C19B1B6}"/>
              </a:ext>
            </a:extLst>
          </p:cNvPr>
          <p:cNvSpPr>
            <a:spLocks noGrp="1"/>
          </p:cNvSpPr>
          <p:nvPr>
            <p:ph idx="1"/>
          </p:nvPr>
        </p:nvSpPr>
        <p:spPr>
          <a:xfrm>
            <a:off x="8664673" y="2714536"/>
            <a:ext cx="2915038" cy="322716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A7E38D70-266E-0D00-4BB2-CEF20A35B76C}"/>
              </a:ext>
            </a:extLst>
          </p:cNvPr>
          <p:cNvSpPr>
            <a:spLocks noGrp="1"/>
          </p:cNvSpPr>
          <p:nvPr>
            <p:ph type="ftr" sz="quarter" idx="11"/>
          </p:nvPr>
        </p:nvSpPr>
        <p:spPr>
          <a:xfrm>
            <a:off x="457200" y="6445997"/>
            <a:ext cx="3949302" cy="365125"/>
          </a:xfrm>
        </p:spPr>
        <p:txBody>
          <a:bodyPr/>
          <a:lstStyle/>
          <a:p>
            <a:r>
              <a:rPr lang="en-US"/>
              <a:t>Sample Footer Text</a:t>
            </a:r>
          </a:p>
        </p:txBody>
      </p:sp>
      <p:sp>
        <p:nvSpPr>
          <p:cNvPr id="4" name="Date Placeholder 3">
            <a:extLst>
              <a:ext uri="{FF2B5EF4-FFF2-40B4-BE49-F238E27FC236}">
                <a16:creationId xmlns:a16="http://schemas.microsoft.com/office/drawing/2014/main" id="{ADC28223-FDFF-908F-158A-3401127BA5C7}"/>
              </a:ext>
            </a:extLst>
          </p:cNvPr>
          <p:cNvSpPr>
            <a:spLocks noGrp="1"/>
          </p:cNvSpPr>
          <p:nvPr>
            <p:ph type="dt" sz="half" idx="10"/>
          </p:nvPr>
        </p:nvSpPr>
        <p:spPr/>
        <p:txBody>
          <a:bodyPr/>
          <a:lstStyle/>
          <a:p>
            <a:fld id="{77E374A5-F4AA-48A6-9C78-6905B67B6273}" type="datetime1">
              <a:rPr lang="en-US" smtClean="0"/>
              <a:t>11/30/2025</a:t>
            </a:fld>
            <a:endParaRPr lang="en-US"/>
          </a:p>
        </p:txBody>
      </p:sp>
      <p:sp>
        <p:nvSpPr>
          <p:cNvPr id="6" name="Slide Number Placeholder 5">
            <a:extLst>
              <a:ext uri="{FF2B5EF4-FFF2-40B4-BE49-F238E27FC236}">
                <a16:creationId xmlns:a16="http://schemas.microsoft.com/office/drawing/2014/main" id="{9A1F0CF0-00B7-2F2A-2E49-88AB87A201E2}"/>
              </a:ext>
            </a:extLst>
          </p:cNvPr>
          <p:cNvSpPr>
            <a:spLocks noGrp="1"/>
          </p:cNvSpPr>
          <p:nvPr>
            <p:ph type="sldNum" sz="quarter" idx="12"/>
          </p:nvPr>
        </p:nvSpPr>
        <p:spPr/>
        <p:txBody>
          <a:bodyPr/>
          <a:lstStyle/>
          <a:p>
            <a:fld id="{DDF60B60-82CA-4BB9-BA6E-A62FADF2374B}" type="slidenum">
              <a:rPr lang="en-US" smtClean="0"/>
              <a:t>‹#›</a:t>
            </a:fld>
            <a:endParaRPr lang="en-US"/>
          </a:p>
        </p:txBody>
      </p:sp>
      <p:cxnSp>
        <p:nvCxnSpPr>
          <p:cNvPr id="14" name="Straight Connector 13">
            <a:extLst>
              <a:ext uri="{FF2B5EF4-FFF2-40B4-BE49-F238E27FC236}">
                <a16:creationId xmlns:a16="http://schemas.microsoft.com/office/drawing/2014/main" id="{6EB92977-9D16-C370-F779-0B9C67993046}"/>
              </a:ext>
            </a:extLst>
          </p:cNvPr>
          <p:cNvCxnSpPr>
            <a:cxnSpLocks/>
          </p:cNvCxnSpPr>
          <p:nvPr/>
        </p:nvCxnSpPr>
        <p:spPr>
          <a:xfrm flipH="1">
            <a:off x="0" y="6399854"/>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30E6711F-CD71-AB46-003C-BE1DB3B8E841}"/>
              </a:ext>
            </a:extLst>
          </p:cNvPr>
          <p:cNvCxnSpPr>
            <a:cxnSpLocks/>
          </p:cNvCxnSpPr>
          <p:nvPr/>
        </p:nvCxnSpPr>
        <p:spPr>
          <a:xfrm>
            <a:off x="8187768"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9D5807C1-3535-030D-D48C-9F2B70401B10}"/>
              </a:ext>
            </a:extLst>
          </p:cNvPr>
          <p:cNvCxnSpPr>
            <a:cxnSpLocks/>
          </p:cNvCxnSpPr>
          <p:nvPr/>
        </p:nvCxnSpPr>
        <p:spPr>
          <a:xfrm flipH="1">
            <a:off x="8186508" y="2443138"/>
            <a:ext cx="4005492"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7363368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ontent with Picture 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8AB8C-6B7B-EBD3-4D71-F5150448D3B6}"/>
              </a:ext>
            </a:extLst>
          </p:cNvPr>
          <p:cNvSpPr>
            <a:spLocks noGrp="1"/>
          </p:cNvSpPr>
          <p:nvPr>
            <p:ph type="title"/>
          </p:nvPr>
        </p:nvSpPr>
        <p:spPr>
          <a:xfrm>
            <a:off x="457200" y="5036986"/>
            <a:ext cx="3985579" cy="1397477"/>
          </a:xfrm>
        </p:spPr>
        <p:txBody>
          <a:bodyPr anchor="t"/>
          <a:lstStyle/>
          <a:p>
            <a:r>
              <a:rPr lang="en-US"/>
              <a:t>Click to edit Master title style</a:t>
            </a:r>
          </a:p>
        </p:txBody>
      </p:sp>
      <p:sp>
        <p:nvSpPr>
          <p:cNvPr id="19" name="Picture Placeholder 18">
            <a:extLst>
              <a:ext uri="{FF2B5EF4-FFF2-40B4-BE49-F238E27FC236}">
                <a16:creationId xmlns:a16="http://schemas.microsoft.com/office/drawing/2014/main" id="{FBB1EB8E-9C26-DC32-8498-7F5998392555}"/>
              </a:ext>
            </a:extLst>
          </p:cNvPr>
          <p:cNvSpPr>
            <a:spLocks noGrp="1"/>
          </p:cNvSpPr>
          <p:nvPr>
            <p:ph type="pic" sz="quarter" idx="13" hasCustomPrompt="1"/>
          </p:nvPr>
        </p:nvSpPr>
        <p:spPr>
          <a:xfrm>
            <a:off x="0" y="-8965"/>
            <a:ext cx="12191999" cy="4767811"/>
          </a:xfrm>
          <a:blipFill dpi="0" rotWithShape="1">
            <a:blip r:embed="rId2">
              <a:alphaModFix amt="80000"/>
            </a:blip>
            <a:srcRect/>
            <a:stretch>
              <a:fillRect/>
            </a:stretch>
          </a:blipFill>
        </p:spPr>
        <p:txBody>
          <a:bodyPr/>
          <a:lstStyle>
            <a:lvl1pPr marL="0" indent="0">
              <a:buNone/>
              <a:defRPr/>
            </a:lvl1pPr>
          </a:lstStyle>
          <a:p>
            <a:r>
              <a:rPr lang="en-US"/>
              <a:t> </a:t>
            </a:r>
          </a:p>
        </p:txBody>
      </p:sp>
      <p:sp>
        <p:nvSpPr>
          <p:cNvPr id="3" name="Content Placeholder 2">
            <a:extLst>
              <a:ext uri="{FF2B5EF4-FFF2-40B4-BE49-F238E27FC236}">
                <a16:creationId xmlns:a16="http://schemas.microsoft.com/office/drawing/2014/main" id="{00327223-CF88-A3FD-E8DF-370D7C19B1B6}"/>
              </a:ext>
            </a:extLst>
          </p:cNvPr>
          <p:cNvSpPr>
            <a:spLocks noGrp="1"/>
          </p:cNvSpPr>
          <p:nvPr>
            <p:ph idx="1"/>
          </p:nvPr>
        </p:nvSpPr>
        <p:spPr>
          <a:xfrm>
            <a:off x="5203180" y="5054245"/>
            <a:ext cx="6376529" cy="1319832"/>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A7E38D70-266E-0D00-4BB2-CEF20A35B76C}"/>
              </a:ext>
            </a:extLst>
          </p:cNvPr>
          <p:cNvSpPr>
            <a:spLocks noGrp="1"/>
          </p:cNvSpPr>
          <p:nvPr>
            <p:ph type="ftr" sz="quarter" idx="11"/>
          </p:nvPr>
        </p:nvSpPr>
        <p:spPr>
          <a:xfrm>
            <a:off x="457200" y="6445997"/>
            <a:ext cx="3949302" cy="365125"/>
          </a:xfrm>
        </p:spPr>
        <p:txBody>
          <a:bodyPr/>
          <a:lstStyle/>
          <a:p>
            <a:r>
              <a:rPr lang="en-US"/>
              <a:t>Sample Footer Text</a:t>
            </a:r>
          </a:p>
        </p:txBody>
      </p:sp>
      <p:sp>
        <p:nvSpPr>
          <p:cNvPr id="4" name="Date Placeholder 3">
            <a:extLst>
              <a:ext uri="{FF2B5EF4-FFF2-40B4-BE49-F238E27FC236}">
                <a16:creationId xmlns:a16="http://schemas.microsoft.com/office/drawing/2014/main" id="{ADC28223-FDFF-908F-158A-3401127BA5C7}"/>
              </a:ext>
            </a:extLst>
          </p:cNvPr>
          <p:cNvSpPr>
            <a:spLocks noGrp="1"/>
          </p:cNvSpPr>
          <p:nvPr>
            <p:ph type="dt" sz="half" idx="10"/>
          </p:nvPr>
        </p:nvSpPr>
        <p:spPr/>
        <p:txBody>
          <a:bodyPr/>
          <a:lstStyle/>
          <a:p>
            <a:fld id="{70435D1F-FAB0-4D9D-B7BF-490C90B8E5BE}" type="datetime1">
              <a:rPr lang="en-US" smtClean="0"/>
              <a:t>11/30/2025</a:t>
            </a:fld>
            <a:endParaRPr lang="en-US"/>
          </a:p>
        </p:txBody>
      </p:sp>
      <p:sp>
        <p:nvSpPr>
          <p:cNvPr id="6" name="Slide Number Placeholder 5">
            <a:extLst>
              <a:ext uri="{FF2B5EF4-FFF2-40B4-BE49-F238E27FC236}">
                <a16:creationId xmlns:a16="http://schemas.microsoft.com/office/drawing/2014/main" id="{9A1F0CF0-00B7-2F2A-2E49-88AB87A201E2}"/>
              </a:ext>
            </a:extLst>
          </p:cNvPr>
          <p:cNvSpPr>
            <a:spLocks noGrp="1"/>
          </p:cNvSpPr>
          <p:nvPr>
            <p:ph type="sldNum" sz="quarter" idx="12"/>
          </p:nvPr>
        </p:nvSpPr>
        <p:spPr/>
        <p:txBody>
          <a:bodyPr/>
          <a:lstStyle/>
          <a:p>
            <a:fld id="{DDF60B60-82CA-4BB9-BA6E-A62FADF2374B}" type="slidenum">
              <a:rPr lang="en-US" smtClean="0"/>
              <a:t>‹#›</a:t>
            </a:fld>
            <a:endParaRPr lang="en-US"/>
          </a:p>
        </p:txBody>
      </p:sp>
      <p:cxnSp>
        <p:nvCxnSpPr>
          <p:cNvPr id="8" name="Straight Connector 7">
            <a:extLst>
              <a:ext uri="{FF2B5EF4-FFF2-40B4-BE49-F238E27FC236}">
                <a16:creationId xmlns:a16="http://schemas.microsoft.com/office/drawing/2014/main" id="{0493C13E-01BF-7326-0714-59845741BBF3}"/>
              </a:ext>
            </a:extLst>
          </p:cNvPr>
          <p:cNvCxnSpPr>
            <a:cxnSpLocks/>
          </p:cNvCxnSpPr>
          <p:nvPr/>
        </p:nvCxnSpPr>
        <p:spPr>
          <a:xfrm flipH="1">
            <a:off x="0" y="4759186"/>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7B245A6F-9312-AEBD-1066-A68010EEF5A3}"/>
              </a:ext>
            </a:extLst>
          </p:cNvPr>
          <p:cNvCxnSpPr>
            <a:cxnSpLocks/>
          </p:cNvCxnSpPr>
          <p:nvPr/>
        </p:nvCxnSpPr>
        <p:spPr>
          <a:xfrm>
            <a:off x="4724925" y="4758846"/>
            <a:ext cx="0" cy="2099154"/>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7468158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Content with Picture 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8AB8C-6B7B-EBD3-4D71-F5150448D3B6}"/>
              </a:ext>
            </a:extLst>
          </p:cNvPr>
          <p:cNvSpPr>
            <a:spLocks noGrp="1"/>
          </p:cNvSpPr>
          <p:nvPr>
            <p:ph type="title"/>
          </p:nvPr>
        </p:nvSpPr>
        <p:spPr>
          <a:xfrm>
            <a:off x="457199" y="3959530"/>
            <a:ext cx="3512409" cy="2199864"/>
          </a:xfrm>
        </p:spPr>
        <p:txBody>
          <a:bodyPr anchor="t"/>
          <a:lstStyle/>
          <a:p>
            <a:r>
              <a:rPr lang="en-US"/>
              <a:t>Click to edit Master title style</a:t>
            </a:r>
          </a:p>
        </p:txBody>
      </p:sp>
      <p:sp>
        <p:nvSpPr>
          <p:cNvPr id="15" name="Picture Placeholder 14">
            <a:extLst>
              <a:ext uri="{FF2B5EF4-FFF2-40B4-BE49-F238E27FC236}">
                <a16:creationId xmlns:a16="http://schemas.microsoft.com/office/drawing/2014/main" id="{3B441162-7125-E1E0-1B82-FCC1AB84227E}"/>
              </a:ext>
            </a:extLst>
          </p:cNvPr>
          <p:cNvSpPr>
            <a:spLocks noGrp="1"/>
          </p:cNvSpPr>
          <p:nvPr>
            <p:ph type="pic" sz="quarter" idx="13" hasCustomPrompt="1"/>
          </p:nvPr>
        </p:nvSpPr>
        <p:spPr>
          <a:xfrm>
            <a:off x="-857" y="-1"/>
            <a:ext cx="12192000" cy="3648977"/>
          </a:xfrm>
          <a:blipFill dpi="0" rotWithShape="1">
            <a:blip r:embed="rId2">
              <a:alphaModFix amt="80000"/>
            </a:blip>
            <a:srcRect/>
            <a:stretch>
              <a:fillRect/>
            </a:stretch>
          </a:blipFill>
        </p:spPr>
        <p:txBody>
          <a:bodyPr/>
          <a:lstStyle>
            <a:lvl1pPr marL="0" indent="0">
              <a:buNone/>
              <a:defRPr/>
            </a:lvl1pPr>
          </a:lstStyle>
          <a:p>
            <a:r>
              <a:rPr lang="en-US"/>
              <a:t> </a:t>
            </a:r>
          </a:p>
        </p:txBody>
      </p:sp>
      <p:sp>
        <p:nvSpPr>
          <p:cNvPr id="3" name="Content Placeholder 2">
            <a:extLst>
              <a:ext uri="{FF2B5EF4-FFF2-40B4-BE49-F238E27FC236}">
                <a16:creationId xmlns:a16="http://schemas.microsoft.com/office/drawing/2014/main" id="{00327223-CF88-A3FD-E8DF-370D7C19B1B6}"/>
              </a:ext>
            </a:extLst>
          </p:cNvPr>
          <p:cNvSpPr>
            <a:spLocks noGrp="1"/>
          </p:cNvSpPr>
          <p:nvPr>
            <p:ph idx="1"/>
          </p:nvPr>
        </p:nvSpPr>
        <p:spPr>
          <a:xfrm>
            <a:off x="4723613" y="3959529"/>
            <a:ext cx="7011183" cy="236954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A7E38D70-266E-0D00-4BB2-CEF20A35B76C}"/>
              </a:ext>
            </a:extLst>
          </p:cNvPr>
          <p:cNvSpPr>
            <a:spLocks noGrp="1"/>
          </p:cNvSpPr>
          <p:nvPr>
            <p:ph type="ftr" sz="quarter" idx="11"/>
          </p:nvPr>
        </p:nvSpPr>
        <p:spPr>
          <a:xfrm>
            <a:off x="457201" y="6445997"/>
            <a:ext cx="3543299" cy="365125"/>
          </a:xfrm>
        </p:spPr>
        <p:txBody>
          <a:bodyPr/>
          <a:lstStyle/>
          <a:p>
            <a:r>
              <a:rPr lang="en-US"/>
              <a:t>Sample Footer Text</a:t>
            </a:r>
          </a:p>
        </p:txBody>
      </p:sp>
      <p:sp>
        <p:nvSpPr>
          <p:cNvPr id="4" name="Date Placeholder 3">
            <a:extLst>
              <a:ext uri="{FF2B5EF4-FFF2-40B4-BE49-F238E27FC236}">
                <a16:creationId xmlns:a16="http://schemas.microsoft.com/office/drawing/2014/main" id="{ADC28223-FDFF-908F-158A-3401127BA5C7}"/>
              </a:ext>
            </a:extLst>
          </p:cNvPr>
          <p:cNvSpPr>
            <a:spLocks noGrp="1"/>
          </p:cNvSpPr>
          <p:nvPr>
            <p:ph type="dt" sz="half" idx="10"/>
          </p:nvPr>
        </p:nvSpPr>
        <p:spPr/>
        <p:txBody>
          <a:bodyPr/>
          <a:lstStyle/>
          <a:p>
            <a:fld id="{F3C6F935-567A-4AB6-A4C6-B3A3054E8F97}" type="datetime1">
              <a:rPr lang="en-US" smtClean="0"/>
              <a:t>11/30/2025</a:t>
            </a:fld>
            <a:endParaRPr lang="en-US"/>
          </a:p>
        </p:txBody>
      </p:sp>
      <p:sp>
        <p:nvSpPr>
          <p:cNvPr id="6" name="Slide Number Placeholder 5">
            <a:extLst>
              <a:ext uri="{FF2B5EF4-FFF2-40B4-BE49-F238E27FC236}">
                <a16:creationId xmlns:a16="http://schemas.microsoft.com/office/drawing/2014/main" id="{9A1F0CF0-00B7-2F2A-2E49-88AB87A201E2}"/>
              </a:ext>
            </a:extLst>
          </p:cNvPr>
          <p:cNvSpPr>
            <a:spLocks noGrp="1"/>
          </p:cNvSpPr>
          <p:nvPr>
            <p:ph type="sldNum" sz="quarter" idx="12"/>
          </p:nvPr>
        </p:nvSpPr>
        <p:spPr/>
        <p:txBody>
          <a:bodyPr/>
          <a:lstStyle/>
          <a:p>
            <a:fld id="{DDF60B60-82CA-4BB9-BA6E-A62FADF2374B}" type="slidenum">
              <a:rPr lang="en-US" smtClean="0"/>
              <a:t>‹#›</a:t>
            </a:fld>
            <a:endParaRPr lang="en-US"/>
          </a:p>
        </p:txBody>
      </p:sp>
      <p:cxnSp>
        <p:nvCxnSpPr>
          <p:cNvPr id="8" name="Straight Connector 7">
            <a:extLst>
              <a:ext uri="{FF2B5EF4-FFF2-40B4-BE49-F238E27FC236}">
                <a16:creationId xmlns:a16="http://schemas.microsoft.com/office/drawing/2014/main" id="{2FF81FBD-8D67-B5E4-E22E-74E98EF89F80}"/>
              </a:ext>
            </a:extLst>
          </p:cNvPr>
          <p:cNvCxnSpPr>
            <a:cxnSpLocks/>
          </p:cNvCxnSpPr>
          <p:nvPr/>
        </p:nvCxnSpPr>
        <p:spPr>
          <a:xfrm>
            <a:off x="4290210" y="3648976"/>
            <a:ext cx="0" cy="3209024"/>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78892870-1B48-2935-21E8-3BC6F474C661}"/>
              </a:ext>
            </a:extLst>
          </p:cNvPr>
          <p:cNvCxnSpPr>
            <a:cxnSpLocks/>
          </p:cNvCxnSpPr>
          <p:nvPr/>
        </p:nvCxnSpPr>
        <p:spPr>
          <a:xfrm flipH="1">
            <a:off x="-857" y="3654706"/>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4314193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ontent with Picture 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8AB8C-6B7B-EBD3-4D71-F5150448D3B6}"/>
              </a:ext>
            </a:extLst>
          </p:cNvPr>
          <p:cNvSpPr>
            <a:spLocks noGrp="1"/>
          </p:cNvSpPr>
          <p:nvPr>
            <p:ph type="title"/>
          </p:nvPr>
        </p:nvSpPr>
        <p:spPr>
          <a:xfrm>
            <a:off x="457200" y="451413"/>
            <a:ext cx="3511296" cy="1645744"/>
          </a:xfrm>
        </p:spPr>
        <p:txBody>
          <a:bodyPr anchor="t"/>
          <a:lstStyle/>
          <a:p>
            <a:r>
              <a:rPr lang="en-US"/>
              <a:t>Click to edit Master title style</a:t>
            </a:r>
          </a:p>
        </p:txBody>
      </p:sp>
      <p:sp>
        <p:nvSpPr>
          <p:cNvPr id="3" name="Content Placeholder 2">
            <a:extLst>
              <a:ext uri="{FF2B5EF4-FFF2-40B4-BE49-F238E27FC236}">
                <a16:creationId xmlns:a16="http://schemas.microsoft.com/office/drawing/2014/main" id="{00327223-CF88-A3FD-E8DF-370D7C19B1B6}"/>
              </a:ext>
            </a:extLst>
          </p:cNvPr>
          <p:cNvSpPr>
            <a:spLocks noGrp="1"/>
          </p:cNvSpPr>
          <p:nvPr>
            <p:ph idx="1"/>
          </p:nvPr>
        </p:nvSpPr>
        <p:spPr>
          <a:xfrm>
            <a:off x="4727448" y="451414"/>
            <a:ext cx="7013448" cy="221517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A7E38D70-266E-0D00-4BB2-CEF20A35B76C}"/>
              </a:ext>
            </a:extLst>
          </p:cNvPr>
          <p:cNvSpPr>
            <a:spLocks noGrp="1"/>
          </p:cNvSpPr>
          <p:nvPr>
            <p:ph type="ftr" sz="quarter" idx="11"/>
          </p:nvPr>
        </p:nvSpPr>
        <p:spPr>
          <a:xfrm>
            <a:off x="457201" y="2746159"/>
            <a:ext cx="3543299" cy="365125"/>
          </a:xfrm>
        </p:spPr>
        <p:txBody>
          <a:bodyPr/>
          <a:lstStyle/>
          <a:p>
            <a:r>
              <a:rPr lang="en-US"/>
              <a:t>Sample Footer Text</a:t>
            </a:r>
          </a:p>
        </p:txBody>
      </p:sp>
      <p:sp>
        <p:nvSpPr>
          <p:cNvPr id="4" name="Date Placeholder 3">
            <a:extLst>
              <a:ext uri="{FF2B5EF4-FFF2-40B4-BE49-F238E27FC236}">
                <a16:creationId xmlns:a16="http://schemas.microsoft.com/office/drawing/2014/main" id="{ADC28223-FDFF-908F-158A-3401127BA5C7}"/>
              </a:ext>
            </a:extLst>
          </p:cNvPr>
          <p:cNvSpPr>
            <a:spLocks noGrp="1"/>
          </p:cNvSpPr>
          <p:nvPr>
            <p:ph type="dt" sz="half" idx="10"/>
          </p:nvPr>
        </p:nvSpPr>
        <p:spPr>
          <a:xfrm>
            <a:off x="9737594" y="2746159"/>
            <a:ext cx="1842115" cy="365125"/>
          </a:xfrm>
        </p:spPr>
        <p:txBody>
          <a:bodyPr/>
          <a:lstStyle/>
          <a:p>
            <a:fld id="{BF100A10-24AF-407C-B97C-359EEB8D1EF0}" type="datetime1">
              <a:rPr lang="en-US" smtClean="0"/>
              <a:t>11/30/2025</a:t>
            </a:fld>
            <a:endParaRPr lang="en-US"/>
          </a:p>
        </p:txBody>
      </p:sp>
      <p:sp>
        <p:nvSpPr>
          <p:cNvPr id="6" name="Slide Number Placeholder 5">
            <a:extLst>
              <a:ext uri="{FF2B5EF4-FFF2-40B4-BE49-F238E27FC236}">
                <a16:creationId xmlns:a16="http://schemas.microsoft.com/office/drawing/2014/main" id="{9A1F0CF0-00B7-2F2A-2E49-88AB87A201E2}"/>
              </a:ext>
            </a:extLst>
          </p:cNvPr>
          <p:cNvSpPr>
            <a:spLocks noGrp="1"/>
          </p:cNvSpPr>
          <p:nvPr>
            <p:ph type="sldNum" sz="quarter" idx="12"/>
          </p:nvPr>
        </p:nvSpPr>
        <p:spPr>
          <a:xfrm>
            <a:off x="11734800" y="2746159"/>
            <a:ext cx="457200" cy="365125"/>
          </a:xfrm>
        </p:spPr>
        <p:txBody>
          <a:bodyPr/>
          <a:lstStyle/>
          <a:p>
            <a:fld id="{DDF60B60-82CA-4BB9-BA6E-A62FADF2374B}" type="slidenum">
              <a:rPr lang="en-US" smtClean="0"/>
              <a:t>‹#›</a:t>
            </a:fld>
            <a:endParaRPr lang="en-US"/>
          </a:p>
        </p:txBody>
      </p:sp>
      <p:sp>
        <p:nvSpPr>
          <p:cNvPr id="15" name="Picture Placeholder 14">
            <a:extLst>
              <a:ext uri="{FF2B5EF4-FFF2-40B4-BE49-F238E27FC236}">
                <a16:creationId xmlns:a16="http://schemas.microsoft.com/office/drawing/2014/main" id="{3B441162-7125-E1E0-1B82-FCC1AB84227E}"/>
              </a:ext>
            </a:extLst>
          </p:cNvPr>
          <p:cNvSpPr>
            <a:spLocks noGrp="1"/>
          </p:cNvSpPr>
          <p:nvPr>
            <p:ph type="pic" sz="quarter" idx="13" hasCustomPrompt="1"/>
          </p:nvPr>
        </p:nvSpPr>
        <p:spPr>
          <a:xfrm>
            <a:off x="0" y="3182112"/>
            <a:ext cx="12191143" cy="3675888"/>
          </a:xfrm>
          <a:blipFill dpi="0" rotWithShape="1">
            <a:blip r:embed="rId2">
              <a:alphaModFix amt="80000"/>
            </a:blip>
            <a:srcRect/>
            <a:stretch>
              <a:fillRect/>
            </a:stretch>
          </a:blipFill>
        </p:spPr>
        <p:txBody>
          <a:bodyPr/>
          <a:lstStyle>
            <a:lvl1pPr marL="0" indent="0">
              <a:buNone/>
              <a:defRPr/>
            </a:lvl1pPr>
          </a:lstStyle>
          <a:p>
            <a:r>
              <a:rPr lang="en-US"/>
              <a:t> </a:t>
            </a:r>
          </a:p>
        </p:txBody>
      </p:sp>
      <p:cxnSp>
        <p:nvCxnSpPr>
          <p:cNvPr id="7" name="Straight Connector 6">
            <a:extLst>
              <a:ext uri="{FF2B5EF4-FFF2-40B4-BE49-F238E27FC236}">
                <a16:creationId xmlns:a16="http://schemas.microsoft.com/office/drawing/2014/main" id="{78892870-1B48-2935-21E8-3BC6F474C661}"/>
              </a:ext>
            </a:extLst>
          </p:cNvPr>
          <p:cNvCxnSpPr>
            <a:cxnSpLocks/>
          </p:cNvCxnSpPr>
          <p:nvPr/>
        </p:nvCxnSpPr>
        <p:spPr>
          <a:xfrm flipH="1">
            <a:off x="-857" y="3174990"/>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12E0C665-CD78-E346-994A-0AC535ACCC98}"/>
              </a:ext>
            </a:extLst>
          </p:cNvPr>
          <p:cNvCxnSpPr>
            <a:cxnSpLocks/>
          </p:cNvCxnSpPr>
          <p:nvPr/>
        </p:nvCxnSpPr>
        <p:spPr>
          <a:xfrm>
            <a:off x="4288536" y="0"/>
            <a:ext cx="0" cy="3182112"/>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10402115"/>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Content with Picture 1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8AB8C-6B7B-EBD3-4D71-F5150448D3B6}"/>
              </a:ext>
            </a:extLst>
          </p:cNvPr>
          <p:cNvSpPr>
            <a:spLocks noGrp="1"/>
          </p:cNvSpPr>
          <p:nvPr>
            <p:ph type="title"/>
          </p:nvPr>
        </p:nvSpPr>
        <p:spPr>
          <a:xfrm>
            <a:off x="457199" y="681037"/>
            <a:ext cx="11277596" cy="1009652"/>
          </a:xfrm>
        </p:spPr>
        <p:txBody>
          <a:bodyPr anchor="ctr"/>
          <a:lstStyle/>
          <a:p>
            <a:r>
              <a:rPr lang="en-US"/>
              <a:t>Click to edit Master title style</a:t>
            </a:r>
          </a:p>
        </p:txBody>
      </p:sp>
      <p:sp>
        <p:nvSpPr>
          <p:cNvPr id="3" name="Content Placeholder 2">
            <a:extLst>
              <a:ext uri="{FF2B5EF4-FFF2-40B4-BE49-F238E27FC236}">
                <a16:creationId xmlns:a16="http://schemas.microsoft.com/office/drawing/2014/main" id="{00327223-CF88-A3FD-E8DF-370D7C19B1B6}"/>
              </a:ext>
            </a:extLst>
          </p:cNvPr>
          <p:cNvSpPr>
            <a:spLocks noGrp="1"/>
          </p:cNvSpPr>
          <p:nvPr>
            <p:ph idx="1"/>
          </p:nvPr>
        </p:nvSpPr>
        <p:spPr>
          <a:xfrm>
            <a:off x="457201" y="2098467"/>
            <a:ext cx="4415882" cy="40784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Picture Placeholder 18">
            <a:extLst>
              <a:ext uri="{FF2B5EF4-FFF2-40B4-BE49-F238E27FC236}">
                <a16:creationId xmlns:a16="http://schemas.microsoft.com/office/drawing/2014/main" id="{FBB1EB8E-9C26-DC32-8498-7F5998392555}"/>
              </a:ext>
            </a:extLst>
          </p:cNvPr>
          <p:cNvSpPr>
            <a:spLocks noGrp="1"/>
          </p:cNvSpPr>
          <p:nvPr>
            <p:ph type="pic" sz="quarter" idx="13" hasCustomPrompt="1"/>
          </p:nvPr>
        </p:nvSpPr>
        <p:spPr>
          <a:xfrm>
            <a:off x="5332581" y="1829880"/>
            <a:ext cx="6863265" cy="4566088"/>
          </a:xfrm>
          <a:blipFill dpi="0" rotWithShape="1">
            <a:blip r:embed="rId2">
              <a:alphaModFix amt="80000"/>
            </a:blip>
            <a:srcRect/>
            <a:stretch>
              <a:fillRect/>
            </a:stretch>
          </a:blipFill>
        </p:spPr>
        <p:txBody>
          <a:bodyPr/>
          <a:lstStyle>
            <a:lvl1pPr marL="0" indent="0">
              <a:buNone/>
              <a:defRPr/>
            </a:lvl1pPr>
          </a:lstStyle>
          <a:p>
            <a:r>
              <a:rPr lang="en-US"/>
              <a:t> </a:t>
            </a:r>
          </a:p>
        </p:txBody>
      </p:sp>
      <p:sp>
        <p:nvSpPr>
          <p:cNvPr id="5" name="Footer Placeholder 4">
            <a:extLst>
              <a:ext uri="{FF2B5EF4-FFF2-40B4-BE49-F238E27FC236}">
                <a16:creationId xmlns:a16="http://schemas.microsoft.com/office/drawing/2014/main" id="{A7E38D70-266E-0D00-4BB2-CEF20A35B76C}"/>
              </a:ext>
            </a:extLst>
          </p:cNvPr>
          <p:cNvSpPr>
            <a:spLocks noGrp="1"/>
          </p:cNvSpPr>
          <p:nvPr>
            <p:ph type="ftr" sz="quarter" idx="11"/>
          </p:nvPr>
        </p:nvSpPr>
        <p:spPr>
          <a:xfrm>
            <a:off x="457200" y="6445997"/>
            <a:ext cx="3949302" cy="365125"/>
          </a:xfrm>
        </p:spPr>
        <p:txBody>
          <a:bodyPr/>
          <a:lstStyle/>
          <a:p>
            <a:r>
              <a:rPr lang="en-US"/>
              <a:t>Sample Footer Text</a:t>
            </a:r>
          </a:p>
        </p:txBody>
      </p:sp>
      <p:sp>
        <p:nvSpPr>
          <p:cNvPr id="4" name="Date Placeholder 3">
            <a:extLst>
              <a:ext uri="{FF2B5EF4-FFF2-40B4-BE49-F238E27FC236}">
                <a16:creationId xmlns:a16="http://schemas.microsoft.com/office/drawing/2014/main" id="{ADC28223-FDFF-908F-158A-3401127BA5C7}"/>
              </a:ext>
            </a:extLst>
          </p:cNvPr>
          <p:cNvSpPr>
            <a:spLocks noGrp="1"/>
          </p:cNvSpPr>
          <p:nvPr>
            <p:ph type="dt" sz="half" idx="10"/>
          </p:nvPr>
        </p:nvSpPr>
        <p:spPr/>
        <p:txBody>
          <a:bodyPr/>
          <a:lstStyle/>
          <a:p>
            <a:fld id="{78ED1D8B-0329-44CA-97BE-DA70811A8630}" type="datetime1">
              <a:rPr lang="en-US" smtClean="0"/>
              <a:t>11/30/2025</a:t>
            </a:fld>
            <a:endParaRPr lang="en-US"/>
          </a:p>
        </p:txBody>
      </p:sp>
      <p:sp>
        <p:nvSpPr>
          <p:cNvPr id="6" name="Slide Number Placeholder 5">
            <a:extLst>
              <a:ext uri="{FF2B5EF4-FFF2-40B4-BE49-F238E27FC236}">
                <a16:creationId xmlns:a16="http://schemas.microsoft.com/office/drawing/2014/main" id="{9A1F0CF0-00B7-2F2A-2E49-88AB87A201E2}"/>
              </a:ext>
            </a:extLst>
          </p:cNvPr>
          <p:cNvSpPr>
            <a:spLocks noGrp="1"/>
          </p:cNvSpPr>
          <p:nvPr>
            <p:ph type="sldNum" sz="quarter" idx="12"/>
          </p:nvPr>
        </p:nvSpPr>
        <p:spPr/>
        <p:txBody>
          <a:bodyPr/>
          <a:lstStyle/>
          <a:p>
            <a:fld id="{DDF60B60-82CA-4BB9-BA6E-A62FADF2374B}" type="slidenum">
              <a:rPr lang="en-US" smtClean="0"/>
              <a:t>‹#›</a:t>
            </a:fld>
            <a:endParaRPr lang="en-US"/>
          </a:p>
        </p:txBody>
      </p:sp>
      <p:cxnSp>
        <p:nvCxnSpPr>
          <p:cNvPr id="14" name="Straight Connector 13">
            <a:extLst>
              <a:ext uri="{FF2B5EF4-FFF2-40B4-BE49-F238E27FC236}">
                <a16:creationId xmlns:a16="http://schemas.microsoft.com/office/drawing/2014/main" id="{6EB92977-9D16-C370-F779-0B9C67993046}"/>
              </a:ext>
            </a:extLst>
          </p:cNvPr>
          <p:cNvCxnSpPr>
            <a:cxnSpLocks/>
          </p:cNvCxnSpPr>
          <p:nvPr/>
        </p:nvCxnSpPr>
        <p:spPr>
          <a:xfrm flipH="1">
            <a:off x="0" y="6398068"/>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A254AC9C-312D-B8D1-5D04-C0CE07B464DB}"/>
              </a:ext>
            </a:extLst>
          </p:cNvPr>
          <p:cNvCxnSpPr>
            <a:cxnSpLocks/>
          </p:cNvCxnSpPr>
          <p:nvPr/>
        </p:nvCxnSpPr>
        <p:spPr>
          <a:xfrm>
            <a:off x="5326714" y="1825625"/>
            <a:ext cx="0" cy="5032375"/>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0F4F50A3-1136-13EC-E499-F6DDCBFE375F}"/>
              </a:ext>
            </a:extLst>
          </p:cNvPr>
          <p:cNvCxnSpPr>
            <a:cxnSpLocks/>
          </p:cNvCxnSpPr>
          <p:nvPr/>
        </p:nvCxnSpPr>
        <p:spPr>
          <a:xfrm flipH="1">
            <a:off x="0" y="1825625"/>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A39AB141-EFC4-A843-71E7-C52C8709BA26}"/>
              </a:ext>
            </a:extLst>
          </p:cNvPr>
          <p:cNvCxnSpPr>
            <a:cxnSpLocks/>
          </p:cNvCxnSpPr>
          <p:nvPr/>
        </p:nvCxnSpPr>
        <p:spPr>
          <a:xfrm flipH="1">
            <a:off x="0" y="459932"/>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3936848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Content with Picture 1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8AB8C-6B7B-EBD3-4D71-F5150448D3B6}"/>
              </a:ext>
            </a:extLst>
          </p:cNvPr>
          <p:cNvSpPr>
            <a:spLocks noGrp="1"/>
          </p:cNvSpPr>
          <p:nvPr>
            <p:ph type="title"/>
          </p:nvPr>
        </p:nvSpPr>
        <p:spPr>
          <a:xfrm>
            <a:off x="457199" y="681037"/>
            <a:ext cx="11277595" cy="1009652"/>
          </a:xfrm>
        </p:spPr>
        <p:txBody>
          <a:bodyPr anchor="ctr"/>
          <a:lstStyle/>
          <a:p>
            <a:r>
              <a:rPr lang="en-US"/>
              <a:t>Click to edit Master title style</a:t>
            </a:r>
          </a:p>
        </p:txBody>
      </p:sp>
      <p:sp>
        <p:nvSpPr>
          <p:cNvPr id="3" name="Content Placeholder 2">
            <a:extLst>
              <a:ext uri="{FF2B5EF4-FFF2-40B4-BE49-F238E27FC236}">
                <a16:creationId xmlns:a16="http://schemas.microsoft.com/office/drawing/2014/main" id="{00327223-CF88-A3FD-E8DF-370D7C19B1B6}"/>
              </a:ext>
            </a:extLst>
          </p:cNvPr>
          <p:cNvSpPr>
            <a:spLocks noGrp="1"/>
          </p:cNvSpPr>
          <p:nvPr>
            <p:ph idx="1"/>
          </p:nvPr>
        </p:nvSpPr>
        <p:spPr>
          <a:xfrm>
            <a:off x="457200" y="2098467"/>
            <a:ext cx="6802582" cy="4032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Picture Placeholder 18">
            <a:extLst>
              <a:ext uri="{FF2B5EF4-FFF2-40B4-BE49-F238E27FC236}">
                <a16:creationId xmlns:a16="http://schemas.microsoft.com/office/drawing/2014/main" id="{FBB1EB8E-9C26-DC32-8498-7F5998392555}"/>
              </a:ext>
            </a:extLst>
          </p:cNvPr>
          <p:cNvSpPr>
            <a:spLocks noGrp="1"/>
          </p:cNvSpPr>
          <p:nvPr>
            <p:ph type="pic" sz="quarter" idx="13" hasCustomPrompt="1"/>
          </p:nvPr>
        </p:nvSpPr>
        <p:spPr>
          <a:xfrm>
            <a:off x="7756147" y="1829880"/>
            <a:ext cx="4441796" cy="4566088"/>
          </a:xfrm>
          <a:blipFill dpi="0" rotWithShape="1">
            <a:blip r:embed="rId2">
              <a:alphaModFix amt="80000"/>
            </a:blip>
            <a:srcRect/>
            <a:stretch>
              <a:fillRect/>
            </a:stretch>
          </a:blipFill>
        </p:spPr>
        <p:txBody>
          <a:bodyPr/>
          <a:lstStyle>
            <a:lvl1pPr marL="0" indent="0">
              <a:buNone/>
              <a:defRPr/>
            </a:lvl1pPr>
          </a:lstStyle>
          <a:p>
            <a:r>
              <a:rPr lang="en-US"/>
              <a:t> </a:t>
            </a:r>
          </a:p>
        </p:txBody>
      </p:sp>
      <p:sp>
        <p:nvSpPr>
          <p:cNvPr id="5" name="Footer Placeholder 4">
            <a:extLst>
              <a:ext uri="{FF2B5EF4-FFF2-40B4-BE49-F238E27FC236}">
                <a16:creationId xmlns:a16="http://schemas.microsoft.com/office/drawing/2014/main" id="{A7E38D70-266E-0D00-4BB2-CEF20A35B76C}"/>
              </a:ext>
            </a:extLst>
          </p:cNvPr>
          <p:cNvSpPr>
            <a:spLocks noGrp="1"/>
          </p:cNvSpPr>
          <p:nvPr>
            <p:ph type="ftr" sz="quarter" idx="11"/>
          </p:nvPr>
        </p:nvSpPr>
        <p:spPr>
          <a:xfrm>
            <a:off x="457200" y="6445997"/>
            <a:ext cx="3949302" cy="365125"/>
          </a:xfrm>
        </p:spPr>
        <p:txBody>
          <a:bodyPr/>
          <a:lstStyle/>
          <a:p>
            <a:r>
              <a:rPr lang="en-US"/>
              <a:t>Sample Footer Text</a:t>
            </a:r>
          </a:p>
        </p:txBody>
      </p:sp>
      <p:sp>
        <p:nvSpPr>
          <p:cNvPr id="4" name="Date Placeholder 3">
            <a:extLst>
              <a:ext uri="{FF2B5EF4-FFF2-40B4-BE49-F238E27FC236}">
                <a16:creationId xmlns:a16="http://schemas.microsoft.com/office/drawing/2014/main" id="{ADC28223-FDFF-908F-158A-3401127BA5C7}"/>
              </a:ext>
            </a:extLst>
          </p:cNvPr>
          <p:cNvSpPr>
            <a:spLocks noGrp="1"/>
          </p:cNvSpPr>
          <p:nvPr>
            <p:ph type="dt" sz="half" idx="10"/>
          </p:nvPr>
        </p:nvSpPr>
        <p:spPr/>
        <p:txBody>
          <a:bodyPr/>
          <a:lstStyle/>
          <a:p>
            <a:fld id="{98621EB5-723F-4AD6-AEC4-D406AB116579}" type="datetime1">
              <a:rPr lang="en-US" smtClean="0"/>
              <a:t>11/30/2025</a:t>
            </a:fld>
            <a:endParaRPr lang="en-US"/>
          </a:p>
        </p:txBody>
      </p:sp>
      <p:sp>
        <p:nvSpPr>
          <p:cNvPr id="6" name="Slide Number Placeholder 5">
            <a:extLst>
              <a:ext uri="{FF2B5EF4-FFF2-40B4-BE49-F238E27FC236}">
                <a16:creationId xmlns:a16="http://schemas.microsoft.com/office/drawing/2014/main" id="{9A1F0CF0-00B7-2F2A-2E49-88AB87A201E2}"/>
              </a:ext>
            </a:extLst>
          </p:cNvPr>
          <p:cNvSpPr>
            <a:spLocks noGrp="1"/>
          </p:cNvSpPr>
          <p:nvPr>
            <p:ph type="sldNum" sz="quarter" idx="12"/>
          </p:nvPr>
        </p:nvSpPr>
        <p:spPr/>
        <p:txBody>
          <a:bodyPr/>
          <a:lstStyle/>
          <a:p>
            <a:fld id="{DDF60B60-82CA-4BB9-BA6E-A62FADF2374B}" type="slidenum">
              <a:rPr lang="en-US" smtClean="0"/>
              <a:t>‹#›</a:t>
            </a:fld>
            <a:endParaRPr lang="en-US"/>
          </a:p>
        </p:txBody>
      </p:sp>
      <p:cxnSp>
        <p:nvCxnSpPr>
          <p:cNvPr id="14" name="Straight Connector 13">
            <a:extLst>
              <a:ext uri="{FF2B5EF4-FFF2-40B4-BE49-F238E27FC236}">
                <a16:creationId xmlns:a16="http://schemas.microsoft.com/office/drawing/2014/main" id="{6EB92977-9D16-C370-F779-0B9C67993046}"/>
              </a:ext>
            </a:extLst>
          </p:cNvPr>
          <p:cNvCxnSpPr>
            <a:cxnSpLocks/>
          </p:cNvCxnSpPr>
          <p:nvPr/>
        </p:nvCxnSpPr>
        <p:spPr>
          <a:xfrm flipH="1">
            <a:off x="0" y="6398068"/>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A254AC9C-312D-B8D1-5D04-C0CE07B464DB}"/>
              </a:ext>
            </a:extLst>
          </p:cNvPr>
          <p:cNvCxnSpPr>
            <a:cxnSpLocks/>
          </p:cNvCxnSpPr>
          <p:nvPr/>
        </p:nvCxnSpPr>
        <p:spPr>
          <a:xfrm>
            <a:off x="7750205" y="1825625"/>
            <a:ext cx="0" cy="5032375"/>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0F4F50A3-1136-13EC-E499-F6DDCBFE375F}"/>
              </a:ext>
            </a:extLst>
          </p:cNvPr>
          <p:cNvCxnSpPr>
            <a:cxnSpLocks/>
          </p:cNvCxnSpPr>
          <p:nvPr/>
        </p:nvCxnSpPr>
        <p:spPr>
          <a:xfrm flipH="1">
            <a:off x="0" y="1825625"/>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A39AB141-EFC4-A843-71E7-C52C8709BA26}"/>
              </a:ext>
            </a:extLst>
          </p:cNvPr>
          <p:cNvCxnSpPr>
            <a:cxnSpLocks/>
          </p:cNvCxnSpPr>
          <p:nvPr/>
        </p:nvCxnSpPr>
        <p:spPr>
          <a:xfrm flipH="1">
            <a:off x="0" y="459932"/>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3781639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Content with Picture 1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8AB8C-6B7B-EBD3-4D71-F5150448D3B6}"/>
              </a:ext>
            </a:extLst>
          </p:cNvPr>
          <p:cNvSpPr>
            <a:spLocks noGrp="1"/>
          </p:cNvSpPr>
          <p:nvPr>
            <p:ph type="title"/>
          </p:nvPr>
        </p:nvSpPr>
        <p:spPr>
          <a:xfrm>
            <a:off x="457199" y="377072"/>
            <a:ext cx="4958078" cy="1225485"/>
          </a:xfrm>
        </p:spPr>
        <p:txBody>
          <a:bodyPr anchor="t"/>
          <a:lstStyle/>
          <a:p>
            <a:r>
              <a:rPr lang="en-US"/>
              <a:t>Click to edit Master title style</a:t>
            </a:r>
          </a:p>
        </p:txBody>
      </p:sp>
      <p:sp>
        <p:nvSpPr>
          <p:cNvPr id="19" name="Picture Placeholder 18">
            <a:extLst>
              <a:ext uri="{FF2B5EF4-FFF2-40B4-BE49-F238E27FC236}">
                <a16:creationId xmlns:a16="http://schemas.microsoft.com/office/drawing/2014/main" id="{FBB1EB8E-9C26-DC32-8498-7F5998392555}"/>
              </a:ext>
            </a:extLst>
          </p:cNvPr>
          <p:cNvSpPr>
            <a:spLocks noGrp="1"/>
          </p:cNvSpPr>
          <p:nvPr>
            <p:ph type="pic" sz="quarter" idx="13" hasCustomPrompt="1"/>
          </p:nvPr>
        </p:nvSpPr>
        <p:spPr>
          <a:xfrm>
            <a:off x="0" y="1842182"/>
            <a:ext cx="5758172" cy="4546457"/>
          </a:xfrm>
          <a:blipFill dpi="0" rotWithShape="1">
            <a:blip r:embed="rId2">
              <a:alphaModFix amt="80000"/>
            </a:blip>
            <a:srcRect/>
            <a:stretch>
              <a:fillRect/>
            </a:stretch>
          </a:blipFill>
        </p:spPr>
        <p:txBody>
          <a:bodyPr/>
          <a:lstStyle>
            <a:lvl1pPr marL="0" indent="0">
              <a:buNone/>
              <a:defRPr/>
            </a:lvl1pPr>
          </a:lstStyle>
          <a:p>
            <a:r>
              <a:rPr lang="en-US"/>
              <a:t> </a:t>
            </a:r>
          </a:p>
        </p:txBody>
      </p:sp>
      <p:sp>
        <p:nvSpPr>
          <p:cNvPr id="3" name="Content Placeholder 2">
            <a:extLst>
              <a:ext uri="{FF2B5EF4-FFF2-40B4-BE49-F238E27FC236}">
                <a16:creationId xmlns:a16="http://schemas.microsoft.com/office/drawing/2014/main" id="{00327223-CF88-A3FD-E8DF-370D7C19B1B6}"/>
              </a:ext>
            </a:extLst>
          </p:cNvPr>
          <p:cNvSpPr>
            <a:spLocks noGrp="1"/>
          </p:cNvSpPr>
          <p:nvPr>
            <p:ph idx="1"/>
          </p:nvPr>
        </p:nvSpPr>
        <p:spPr>
          <a:xfrm>
            <a:off x="6176142" y="377072"/>
            <a:ext cx="5558655" cy="57974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A7E38D70-266E-0D00-4BB2-CEF20A35B76C}"/>
              </a:ext>
            </a:extLst>
          </p:cNvPr>
          <p:cNvSpPr>
            <a:spLocks noGrp="1"/>
          </p:cNvSpPr>
          <p:nvPr>
            <p:ph type="ftr" sz="quarter" idx="11"/>
          </p:nvPr>
        </p:nvSpPr>
        <p:spPr>
          <a:xfrm>
            <a:off x="457200" y="6445997"/>
            <a:ext cx="3949302" cy="365125"/>
          </a:xfrm>
        </p:spPr>
        <p:txBody>
          <a:bodyPr/>
          <a:lstStyle/>
          <a:p>
            <a:r>
              <a:rPr lang="en-US"/>
              <a:t>Sample Footer Text</a:t>
            </a:r>
          </a:p>
        </p:txBody>
      </p:sp>
      <p:sp>
        <p:nvSpPr>
          <p:cNvPr id="4" name="Date Placeholder 3">
            <a:extLst>
              <a:ext uri="{FF2B5EF4-FFF2-40B4-BE49-F238E27FC236}">
                <a16:creationId xmlns:a16="http://schemas.microsoft.com/office/drawing/2014/main" id="{ADC28223-FDFF-908F-158A-3401127BA5C7}"/>
              </a:ext>
            </a:extLst>
          </p:cNvPr>
          <p:cNvSpPr>
            <a:spLocks noGrp="1"/>
          </p:cNvSpPr>
          <p:nvPr>
            <p:ph type="dt" sz="half" idx="10"/>
          </p:nvPr>
        </p:nvSpPr>
        <p:spPr/>
        <p:txBody>
          <a:bodyPr/>
          <a:lstStyle/>
          <a:p>
            <a:fld id="{EA0A916D-ECC1-407F-9384-347E5A5D7944}" type="datetime1">
              <a:rPr lang="en-US" smtClean="0"/>
              <a:t>11/30/2025</a:t>
            </a:fld>
            <a:endParaRPr lang="en-US"/>
          </a:p>
        </p:txBody>
      </p:sp>
      <p:sp>
        <p:nvSpPr>
          <p:cNvPr id="6" name="Slide Number Placeholder 5">
            <a:extLst>
              <a:ext uri="{FF2B5EF4-FFF2-40B4-BE49-F238E27FC236}">
                <a16:creationId xmlns:a16="http://schemas.microsoft.com/office/drawing/2014/main" id="{9A1F0CF0-00B7-2F2A-2E49-88AB87A201E2}"/>
              </a:ext>
            </a:extLst>
          </p:cNvPr>
          <p:cNvSpPr>
            <a:spLocks noGrp="1"/>
          </p:cNvSpPr>
          <p:nvPr>
            <p:ph type="sldNum" sz="quarter" idx="12"/>
          </p:nvPr>
        </p:nvSpPr>
        <p:spPr/>
        <p:txBody>
          <a:bodyPr/>
          <a:lstStyle/>
          <a:p>
            <a:fld id="{DDF60B60-82CA-4BB9-BA6E-A62FADF2374B}" type="slidenum">
              <a:rPr lang="en-US" smtClean="0"/>
              <a:t>‹#›</a:t>
            </a:fld>
            <a:endParaRPr lang="en-US"/>
          </a:p>
        </p:txBody>
      </p:sp>
      <p:cxnSp>
        <p:nvCxnSpPr>
          <p:cNvPr id="14" name="Straight Connector 13">
            <a:extLst>
              <a:ext uri="{FF2B5EF4-FFF2-40B4-BE49-F238E27FC236}">
                <a16:creationId xmlns:a16="http://schemas.microsoft.com/office/drawing/2014/main" id="{6EB92977-9D16-C370-F779-0B9C67993046}"/>
              </a:ext>
            </a:extLst>
          </p:cNvPr>
          <p:cNvCxnSpPr>
            <a:cxnSpLocks/>
          </p:cNvCxnSpPr>
          <p:nvPr/>
        </p:nvCxnSpPr>
        <p:spPr>
          <a:xfrm flipH="1">
            <a:off x="0" y="6398068"/>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B57362BC-3CD1-D6F5-CB9B-B2AAD7EAD176}"/>
              </a:ext>
            </a:extLst>
          </p:cNvPr>
          <p:cNvCxnSpPr>
            <a:cxnSpLocks/>
          </p:cNvCxnSpPr>
          <p:nvPr/>
        </p:nvCxnSpPr>
        <p:spPr>
          <a:xfrm>
            <a:off x="5758174"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0F4F50A3-1136-13EC-E499-F6DDCBFE375F}"/>
              </a:ext>
            </a:extLst>
          </p:cNvPr>
          <p:cNvCxnSpPr>
            <a:cxnSpLocks/>
          </p:cNvCxnSpPr>
          <p:nvPr/>
        </p:nvCxnSpPr>
        <p:spPr>
          <a:xfrm flipH="1">
            <a:off x="0" y="1842182"/>
            <a:ext cx="5758174"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4959541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Content with Picture 1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8AB8C-6B7B-EBD3-4D71-F5150448D3B6}"/>
              </a:ext>
            </a:extLst>
          </p:cNvPr>
          <p:cNvSpPr>
            <a:spLocks noGrp="1"/>
          </p:cNvSpPr>
          <p:nvPr>
            <p:ph type="title"/>
          </p:nvPr>
        </p:nvSpPr>
        <p:spPr>
          <a:xfrm>
            <a:off x="457200" y="377072"/>
            <a:ext cx="4000500" cy="1225485"/>
          </a:xfrm>
        </p:spPr>
        <p:txBody>
          <a:bodyPr anchor="t"/>
          <a:lstStyle/>
          <a:p>
            <a:r>
              <a:rPr lang="en-US"/>
              <a:t>Click to edit Master title style</a:t>
            </a:r>
          </a:p>
        </p:txBody>
      </p:sp>
      <p:sp>
        <p:nvSpPr>
          <p:cNvPr id="19" name="Picture Placeholder 18">
            <a:extLst>
              <a:ext uri="{FF2B5EF4-FFF2-40B4-BE49-F238E27FC236}">
                <a16:creationId xmlns:a16="http://schemas.microsoft.com/office/drawing/2014/main" id="{FBB1EB8E-9C26-DC32-8498-7F5998392555}"/>
              </a:ext>
            </a:extLst>
          </p:cNvPr>
          <p:cNvSpPr>
            <a:spLocks noGrp="1"/>
          </p:cNvSpPr>
          <p:nvPr>
            <p:ph type="pic" sz="quarter" idx="13" hasCustomPrompt="1"/>
          </p:nvPr>
        </p:nvSpPr>
        <p:spPr>
          <a:xfrm>
            <a:off x="0" y="1847087"/>
            <a:ext cx="4922517" cy="4544568"/>
          </a:xfrm>
          <a:blipFill dpi="0" rotWithShape="1">
            <a:blip r:embed="rId2">
              <a:alphaModFix amt="80000"/>
            </a:blip>
            <a:srcRect/>
            <a:stretch>
              <a:fillRect/>
            </a:stretch>
          </a:blipFill>
        </p:spPr>
        <p:txBody>
          <a:bodyPr/>
          <a:lstStyle>
            <a:lvl1pPr marL="0" indent="0">
              <a:buNone/>
              <a:defRPr/>
            </a:lvl1pPr>
          </a:lstStyle>
          <a:p>
            <a:r>
              <a:rPr lang="en-US"/>
              <a:t> </a:t>
            </a:r>
          </a:p>
        </p:txBody>
      </p:sp>
      <p:sp>
        <p:nvSpPr>
          <p:cNvPr id="3" name="Content Placeholder 2">
            <a:extLst>
              <a:ext uri="{FF2B5EF4-FFF2-40B4-BE49-F238E27FC236}">
                <a16:creationId xmlns:a16="http://schemas.microsoft.com/office/drawing/2014/main" id="{00327223-CF88-A3FD-E8DF-370D7C19B1B6}"/>
              </a:ext>
            </a:extLst>
          </p:cNvPr>
          <p:cNvSpPr>
            <a:spLocks noGrp="1"/>
          </p:cNvSpPr>
          <p:nvPr>
            <p:ph idx="1"/>
          </p:nvPr>
        </p:nvSpPr>
        <p:spPr>
          <a:xfrm>
            <a:off x="5438534" y="377072"/>
            <a:ext cx="6141175" cy="57974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A7E38D70-266E-0D00-4BB2-CEF20A35B76C}"/>
              </a:ext>
            </a:extLst>
          </p:cNvPr>
          <p:cNvSpPr>
            <a:spLocks noGrp="1"/>
          </p:cNvSpPr>
          <p:nvPr>
            <p:ph type="ftr" sz="quarter" idx="11"/>
          </p:nvPr>
        </p:nvSpPr>
        <p:spPr>
          <a:xfrm>
            <a:off x="457200" y="6445997"/>
            <a:ext cx="3949302" cy="365125"/>
          </a:xfrm>
        </p:spPr>
        <p:txBody>
          <a:bodyPr/>
          <a:lstStyle/>
          <a:p>
            <a:r>
              <a:rPr lang="en-US"/>
              <a:t>Sample Footer Text</a:t>
            </a:r>
          </a:p>
        </p:txBody>
      </p:sp>
      <p:sp>
        <p:nvSpPr>
          <p:cNvPr id="4" name="Date Placeholder 3">
            <a:extLst>
              <a:ext uri="{FF2B5EF4-FFF2-40B4-BE49-F238E27FC236}">
                <a16:creationId xmlns:a16="http://schemas.microsoft.com/office/drawing/2014/main" id="{ADC28223-FDFF-908F-158A-3401127BA5C7}"/>
              </a:ext>
            </a:extLst>
          </p:cNvPr>
          <p:cNvSpPr>
            <a:spLocks noGrp="1"/>
          </p:cNvSpPr>
          <p:nvPr>
            <p:ph type="dt" sz="half" idx="10"/>
          </p:nvPr>
        </p:nvSpPr>
        <p:spPr/>
        <p:txBody>
          <a:bodyPr/>
          <a:lstStyle/>
          <a:p>
            <a:fld id="{67B79CB6-58B7-4AEB-BE2A-306450DBAD2A}" type="datetime1">
              <a:rPr lang="en-US" smtClean="0"/>
              <a:t>11/30/2025</a:t>
            </a:fld>
            <a:endParaRPr lang="en-US"/>
          </a:p>
        </p:txBody>
      </p:sp>
      <p:sp>
        <p:nvSpPr>
          <p:cNvPr id="6" name="Slide Number Placeholder 5">
            <a:extLst>
              <a:ext uri="{FF2B5EF4-FFF2-40B4-BE49-F238E27FC236}">
                <a16:creationId xmlns:a16="http://schemas.microsoft.com/office/drawing/2014/main" id="{9A1F0CF0-00B7-2F2A-2E49-88AB87A201E2}"/>
              </a:ext>
            </a:extLst>
          </p:cNvPr>
          <p:cNvSpPr>
            <a:spLocks noGrp="1"/>
          </p:cNvSpPr>
          <p:nvPr>
            <p:ph type="sldNum" sz="quarter" idx="12"/>
          </p:nvPr>
        </p:nvSpPr>
        <p:spPr/>
        <p:txBody>
          <a:bodyPr/>
          <a:lstStyle/>
          <a:p>
            <a:fld id="{DDF60B60-82CA-4BB9-BA6E-A62FADF2374B}" type="slidenum">
              <a:rPr lang="en-US" smtClean="0"/>
              <a:t>‹#›</a:t>
            </a:fld>
            <a:endParaRPr lang="en-US"/>
          </a:p>
        </p:txBody>
      </p:sp>
      <p:cxnSp>
        <p:nvCxnSpPr>
          <p:cNvPr id="14" name="Straight Connector 13">
            <a:extLst>
              <a:ext uri="{FF2B5EF4-FFF2-40B4-BE49-F238E27FC236}">
                <a16:creationId xmlns:a16="http://schemas.microsoft.com/office/drawing/2014/main" id="{6EB92977-9D16-C370-F779-0B9C67993046}"/>
              </a:ext>
            </a:extLst>
          </p:cNvPr>
          <p:cNvCxnSpPr>
            <a:cxnSpLocks/>
          </p:cNvCxnSpPr>
          <p:nvPr/>
        </p:nvCxnSpPr>
        <p:spPr>
          <a:xfrm flipH="1">
            <a:off x="0" y="6398068"/>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0F4F50A3-1136-13EC-E499-F6DDCBFE375F}"/>
              </a:ext>
            </a:extLst>
          </p:cNvPr>
          <p:cNvCxnSpPr>
            <a:cxnSpLocks/>
          </p:cNvCxnSpPr>
          <p:nvPr/>
        </p:nvCxnSpPr>
        <p:spPr>
          <a:xfrm flipH="1">
            <a:off x="0" y="1849497"/>
            <a:ext cx="4648195"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B57362BC-3CD1-D6F5-CB9B-B2AAD7EAD176}"/>
              </a:ext>
            </a:extLst>
          </p:cNvPr>
          <p:cNvCxnSpPr>
            <a:cxnSpLocks/>
          </p:cNvCxnSpPr>
          <p:nvPr/>
        </p:nvCxnSpPr>
        <p:spPr>
          <a:xfrm>
            <a:off x="4922519"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5013573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Content with Picture 1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8AB8C-6B7B-EBD3-4D71-F5150448D3B6}"/>
              </a:ext>
            </a:extLst>
          </p:cNvPr>
          <p:cNvSpPr>
            <a:spLocks noGrp="1"/>
          </p:cNvSpPr>
          <p:nvPr>
            <p:ph type="title"/>
          </p:nvPr>
        </p:nvSpPr>
        <p:spPr>
          <a:xfrm>
            <a:off x="457201" y="4407360"/>
            <a:ext cx="3543299" cy="1732820"/>
          </a:xfrm>
        </p:spPr>
        <p:txBody>
          <a:bodyPr anchor="t"/>
          <a:lstStyle/>
          <a:p>
            <a:r>
              <a:rPr lang="en-US"/>
              <a:t>Click to edit Master title style</a:t>
            </a:r>
          </a:p>
        </p:txBody>
      </p:sp>
      <p:sp>
        <p:nvSpPr>
          <p:cNvPr id="19" name="Picture Placeholder 18">
            <a:extLst>
              <a:ext uri="{FF2B5EF4-FFF2-40B4-BE49-F238E27FC236}">
                <a16:creationId xmlns:a16="http://schemas.microsoft.com/office/drawing/2014/main" id="{FBB1EB8E-9C26-DC32-8498-7F5998392555}"/>
              </a:ext>
            </a:extLst>
          </p:cNvPr>
          <p:cNvSpPr>
            <a:spLocks noGrp="1"/>
          </p:cNvSpPr>
          <p:nvPr>
            <p:ph type="pic" sz="quarter" idx="13" hasCustomPrompt="1"/>
          </p:nvPr>
        </p:nvSpPr>
        <p:spPr>
          <a:xfrm>
            <a:off x="1" y="466598"/>
            <a:ext cx="4460008" cy="3601433"/>
          </a:xfrm>
          <a:blipFill dpi="0" rotWithShape="1">
            <a:blip r:embed="rId2">
              <a:alphaModFix amt="80000"/>
            </a:blip>
            <a:srcRect/>
            <a:stretch>
              <a:fillRect/>
            </a:stretch>
          </a:blipFill>
        </p:spPr>
        <p:txBody>
          <a:bodyPr/>
          <a:lstStyle>
            <a:lvl1pPr marL="0" indent="0">
              <a:buNone/>
              <a:defRPr/>
            </a:lvl1pPr>
          </a:lstStyle>
          <a:p>
            <a:r>
              <a:rPr lang="en-US"/>
              <a:t> </a:t>
            </a:r>
          </a:p>
        </p:txBody>
      </p:sp>
      <p:sp>
        <p:nvSpPr>
          <p:cNvPr id="3" name="Content Placeholder 2">
            <a:extLst>
              <a:ext uri="{FF2B5EF4-FFF2-40B4-BE49-F238E27FC236}">
                <a16:creationId xmlns:a16="http://schemas.microsoft.com/office/drawing/2014/main" id="{00327223-CF88-A3FD-E8DF-370D7C19B1B6}"/>
              </a:ext>
            </a:extLst>
          </p:cNvPr>
          <p:cNvSpPr>
            <a:spLocks noGrp="1"/>
          </p:cNvSpPr>
          <p:nvPr>
            <p:ph idx="1"/>
          </p:nvPr>
        </p:nvSpPr>
        <p:spPr>
          <a:xfrm>
            <a:off x="4892635" y="788704"/>
            <a:ext cx="6730614" cy="538585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A7E38D70-266E-0D00-4BB2-CEF20A35B76C}"/>
              </a:ext>
            </a:extLst>
          </p:cNvPr>
          <p:cNvSpPr>
            <a:spLocks noGrp="1"/>
          </p:cNvSpPr>
          <p:nvPr>
            <p:ph type="ftr" sz="quarter" idx="11"/>
          </p:nvPr>
        </p:nvSpPr>
        <p:spPr>
          <a:xfrm>
            <a:off x="457200" y="6445997"/>
            <a:ext cx="3543300" cy="365125"/>
          </a:xfrm>
        </p:spPr>
        <p:txBody>
          <a:bodyPr/>
          <a:lstStyle/>
          <a:p>
            <a:r>
              <a:rPr lang="en-US"/>
              <a:t>Sample Footer Text</a:t>
            </a:r>
          </a:p>
        </p:txBody>
      </p:sp>
      <p:sp>
        <p:nvSpPr>
          <p:cNvPr id="4" name="Date Placeholder 3">
            <a:extLst>
              <a:ext uri="{FF2B5EF4-FFF2-40B4-BE49-F238E27FC236}">
                <a16:creationId xmlns:a16="http://schemas.microsoft.com/office/drawing/2014/main" id="{ADC28223-FDFF-908F-158A-3401127BA5C7}"/>
              </a:ext>
            </a:extLst>
          </p:cNvPr>
          <p:cNvSpPr>
            <a:spLocks noGrp="1"/>
          </p:cNvSpPr>
          <p:nvPr>
            <p:ph type="dt" sz="half" idx="10"/>
          </p:nvPr>
        </p:nvSpPr>
        <p:spPr/>
        <p:txBody>
          <a:bodyPr/>
          <a:lstStyle/>
          <a:p>
            <a:fld id="{AD924D50-69B4-493C-AABF-53036A8D79F6}" type="datetime1">
              <a:rPr lang="en-US" smtClean="0"/>
              <a:t>11/30/2025</a:t>
            </a:fld>
            <a:endParaRPr lang="en-US"/>
          </a:p>
        </p:txBody>
      </p:sp>
      <p:sp>
        <p:nvSpPr>
          <p:cNvPr id="6" name="Slide Number Placeholder 5">
            <a:extLst>
              <a:ext uri="{FF2B5EF4-FFF2-40B4-BE49-F238E27FC236}">
                <a16:creationId xmlns:a16="http://schemas.microsoft.com/office/drawing/2014/main" id="{9A1F0CF0-00B7-2F2A-2E49-88AB87A201E2}"/>
              </a:ext>
            </a:extLst>
          </p:cNvPr>
          <p:cNvSpPr>
            <a:spLocks noGrp="1"/>
          </p:cNvSpPr>
          <p:nvPr>
            <p:ph type="sldNum" sz="quarter" idx="12"/>
          </p:nvPr>
        </p:nvSpPr>
        <p:spPr/>
        <p:txBody>
          <a:bodyPr/>
          <a:lstStyle/>
          <a:p>
            <a:fld id="{DDF60B60-82CA-4BB9-BA6E-A62FADF2374B}" type="slidenum">
              <a:rPr lang="en-US" smtClean="0"/>
              <a:t>‹#›</a:t>
            </a:fld>
            <a:endParaRPr lang="en-US"/>
          </a:p>
        </p:txBody>
      </p:sp>
      <p:cxnSp>
        <p:nvCxnSpPr>
          <p:cNvPr id="14" name="Straight Connector 13">
            <a:extLst>
              <a:ext uri="{FF2B5EF4-FFF2-40B4-BE49-F238E27FC236}">
                <a16:creationId xmlns:a16="http://schemas.microsoft.com/office/drawing/2014/main" id="{6EB92977-9D16-C370-F779-0B9C67993046}"/>
              </a:ext>
            </a:extLst>
          </p:cNvPr>
          <p:cNvCxnSpPr>
            <a:cxnSpLocks/>
          </p:cNvCxnSpPr>
          <p:nvPr/>
        </p:nvCxnSpPr>
        <p:spPr>
          <a:xfrm flipH="1">
            <a:off x="0" y="6398068"/>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0F4F50A3-1136-13EC-E499-F6DDCBFE375F}"/>
              </a:ext>
            </a:extLst>
          </p:cNvPr>
          <p:cNvCxnSpPr>
            <a:cxnSpLocks/>
          </p:cNvCxnSpPr>
          <p:nvPr/>
        </p:nvCxnSpPr>
        <p:spPr>
          <a:xfrm flipH="1">
            <a:off x="0" y="4068031"/>
            <a:ext cx="4460008"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B57362BC-3CD1-D6F5-CB9B-B2AAD7EAD176}"/>
              </a:ext>
            </a:extLst>
          </p:cNvPr>
          <p:cNvCxnSpPr>
            <a:cxnSpLocks/>
          </p:cNvCxnSpPr>
          <p:nvPr/>
        </p:nvCxnSpPr>
        <p:spPr>
          <a:xfrm>
            <a:off x="4460008"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440D58D1-F636-9620-582E-41FBB707092B}"/>
              </a:ext>
            </a:extLst>
          </p:cNvPr>
          <p:cNvCxnSpPr>
            <a:cxnSpLocks/>
          </p:cNvCxnSpPr>
          <p:nvPr/>
        </p:nvCxnSpPr>
        <p:spPr>
          <a:xfrm flipH="1">
            <a:off x="0" y="459932"/>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538966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Number Large">
    <p:bg>
      <p:bgRef idx="1001">
        <a:schemeClr val="bg2"/>
      </p:bgRef>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891F6A87-CC7B-D4BD-1F6A-C3948971C39D}"/>
              </a:ext>
            </a:extLst>
          </p:cNvPr>
          <p:cNvSpPr/>
          <p:nvPr/>
        </p:nvSpPr>
        <p:spPr>
          <a:xfrm>
            <a:off x="0" y="0"/>
            <a:ext cx="12192000" cy="6858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B5B8561-D435-07DE-2456-79994CDFB83C}"/>
              </a:ext>
            </a:extLst>
          </p:cNvPr>
          <p:cNvSpPr>
            <a:spLocks noGrp="1"/>
          </p:cNvSpPr>
          <p:nvPr>
            <p:ph type="title" hasCustomPrompt="1"/>
          </p:nvPr>
        </p:nvSpPr>
        <p:spPr>
          <a:xfrm>
            <a:off x="1188720" y="5264780"/>
            <a:ext cx="9811512" cy="1097280"/>
          </a:xfrm>
        </p:spPr>
        <p:txBody>
          <a:bodyPr vert="horz" lIns="91440" tIns="45720" rIns="91440" bIns="45720" rtlCol="0" anchor="ctr">
            <a:normAutofit/>
          </a:bodyPr>
          <a:lstStyle>
            <a:lvl1pPr algn="ctr">
              <a:lnSpc>
                <a:spcPct val="110000"/>
              </a:lnSpc>
              <a:defRPr lang="en-US" sz="2800" cap="all" spc="100" baseline="0" dirty="0">
                <a:solidFill>
                  <a:schemeClr val="tx2">
                    <a:lumMod val="90000"/>
                  </a:schemeClr>
                </a:solidFill>
                <a:latin typeface="+mn-lt"/>
              </a:defRPr>
            </a:lvl1pPr>
          </a:lstStyle>
          <a:p>
            <a:pPr lvl="0"/>
            <a:r>
              <a:rPr lang="en-US"/>
              <a:t>Click to edit Master title styles</a:t>
            </a:r>
          </a:p>
        </p:txBody>
      </p:sp>
      <p:sp>
        <p:nvSpPr>
          <p:cNvPr id="7" name="Content Placeholder 6">
            <a:extLst>
              <a:ext uri="{FF2B5EF4-FFF2-40B4-BE49-F238E27FC236}">
                <a16:creationId xmlns:a16="http://schemas.microsoft.com/office/drawing/2014/main" id="{A42AC33E-6837-F850-DF64-4475DAA059EE}"/>
              </a:ext>
            </a:extLst>
          </p:cNvPr>
          <p:cNvSpPr>
            <a:spLocks noGrp="1"/>
          </p:cNvSpPr>
          <p:nvPr>
            <p:ph sz="quarter" idx="13" hasCustomPrompt="1"/>
          </p:nvPr>
        </p:nvSpPr>
        <p:spPr>
          <a:xfrm>
            <a:off x="493776" y="676656"/>
            <a:ext cx="11201400" cy="4206240"/>
          </a:xfrm>
        </p:spPr>
        <p:txBody>
          <a:bodyPr vert="horz" lIns="91440" tIns="45720" rIns="91440" bIns="45720" rtlCol="0" anchor="b">
            <a:normAutofit/>
          </a:bodyPr>
          <a:lstStyle>
            <a:lvl1pPr marL="0" indent="0" algn="ctr">
              <a:lnSpc>
                <a:spcPct val="90000"/>
              </a:lnSpc>
              <a:spcBef>
                <a:spcPts val="0"/>
              </a:spcBef>
              <a:buNone/>
              <a:defRPr lang="en-US" sz="27800" dirty="0">
                <a:solidFill>
                  <a:schemeClr val="tx2">
                    <a:lumMod val="90000"/>
                  </a:schemeClr>
                </a:solidFill>
                <a:latin typeface="+mj-lt"/>
              </a:defRPr>
            </a:lvl1pPr>
          </a:lstStyle>
          <a:p>
            <a:pPr lvl="0"/>
            <a:r>
              <a:rPr lang="en-US"/>
              <a:t>##%</a:t>
            </a:r>
          </a:p>
        </p:txBody>
      </p:sp>
      <p:sp>
        <p:nvSpPr>
          <p:cNvPr id="4" name="Footer Placeholder 3">
            <a:extLst>
              <a:ext uri="{FF2B5EF4-FFF2-40B4-BE49-F238E27FC236}">
                <a16:creationId xmlns:a16="http://schemas.microsoft.com/office/drawing/2014/main" id="{943AE6E7-0083-439C-3FBC-ADE4BE86C1A4}"/>
              </a:ext>
            </a:extLst>
          </p:cNvPr>
          <p:cNvSpPr>
            <a:spLocks noGrp="1"/>
          </p:cNvSpPr>
          <p:nvPr>
            <p:ph type="ftr" sz="quarter" idx="11"/>
          </p:nvPr>
        </p:nvSpPr>
        <p:spPr/>
        <p:txBody>
          <a:bodyPr/>
          <a:lstStyle>
            <a:lvl1pPr>
              <a:defRPr>
                <a:solidFill>
                  <a:schemeClr val="tx2"/>
                </a:solidFill>
              </a:defRPr>
            </a:lvl1pPr>
          </a:lstStyle>
          <a:p>
            <a:r>
              <a:rPr lang="en-US"/>
              <a:t>Sample Footer Text</a:t>
            </a:r>
          </a:p>
        </p:txBody>
      </p:sp>
      <p:sp>
        <p:nvSpPr>
          <p:cNvPr id="3" name="Date Placeholder 2">
            <a:extLst>
              <a:ext uri="{FF2B5EF4-FFF2-40B4-BE49-F238E27FC236}">
                <a16:creationId xmlns:a16="http://schemas.microsoft.com/office/drawing/2014/main" id="{615DF3EE-4BB8-4215-E053-BF3ED1BB9F97}"/>
              </a:ext>
            </a:extLst>
          </p:cNvPr>
          <p:cNvSpPr>
            <a:spLocks noGrp="1"/>
          </p:cNvSpPr>
          <p:nvPr>
            <p:ph type="dt" sz="half" idx="10"/>
          </p:nvPr>
        </p:nvSpPr>
        <p:spPr/>
        <p:txBody>
          <a:bodyPr/>
          <a:lstStyle>
            <a:lvl1pPr>
              <a:defRPr>
                <a:solidFill>
                  <a:schemeClr val="tx2"/>
                </a:solidFill>
              </a:defRPr>
            </a:lvl1pPr>
          </a:lstStyle>
          <a:p>
            <a:fld id="{4AC8F0CD-CD54-4D81-AA2E-F53EC757E087}" type="datetime1">
              <a:rPr lang="en-US" smtClean="0"/>
              <a:t>11/30/2025</a:t>
            </a:fld>
            <a:endParaRPr lang="en-US"/>
          </a:p>
        </p:txBody>
      </p:sp>
      <p:sp>
        <p:nvSpPr>
          <p:cNvPr id="5" name="Slide Number Placeholder 4">
            <a:extLst>
              <a:ext uri="{FF2B5EF4-FFF2-40B4-BE49-F238E27FC236}">
                <a16:creationId xmlns:a16="http://schemas.microsoft.com/office/drawing/2014/main" id="{2AF27A3B-009A-1790-7D93-9A1F6351D8BE}"/>
              </a:ext>
            </a:extLst>
          </p:cNvPr>
          <p:cNvSpPr>
            <a:spLocks noGrp="1"/>
          </p:cNvSpPr>
          <p:nvPr>
            <p:ph type="sldNum" sz="quarter" idx="12"/>
          </p:nvPr>
        </p:nvSpPr>
        <p:spPr/>
        <p:txBody>
          <a:bodyPr/>
          <a:lstStyle>
            <a:lvl1pPr>
              <a:defRPr>
                <a:solidFill>
                  <a:schemeClr val="tx2"/>
                </a:solidFill>
              </a:defRPr>
            </a:lvl1pPr>
          </a:lstStyle>
          <a:p>
            <a:fld id="{DDF60B60-82CA-4BB9-BA6E-A62FADF2374B}" type="slidenum">
              <a:rPr lang="en-US" smtClean="0"/>
              <a:t>‹#›</a:t>
            </a:fld>
            <a:endParaRPr lang="en-US"/>
          </a:p>
        </p:txBody>
      </p:sp>
      <p:cxnSp>
        <p:nvCxnSpPr>
          <p:cNvPr id="10" name="Straight Connector 9">
            <a:extLst>
              <a:ext uri="{FF2B5EF4-FFF2-40B4-BE49-F238E27FC236}">
                <a16:creationId xmlns:a16="http://schemas.microsoft.com/office/drawing/2014/main" id="{85ADE133-B5D6-A1C0-6BC9-C723D008EC0E}"/>
              </a:ext>
            </a:extLst>
          </p:cNvPr>
          <p:cNvCxnSpPr>
            <a:cxnSpLocks/>
          </p:cNvCxnSpPr>
          <p:nvPr/>
        </p:nvCxnSpPr>
        <p:spPr>
          <a:xfrm flipH="1">
            <a:off x="0" y="5018669"/>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98389604"/>
      </p:ext>
    </p:extLst>
  </p:cSld>
  <p:clrMapOvr>
    <a:overrideClrMapping bg1="dk1" tx1="lt1" bg2="dk2" tx2="lt2" accent1="accent1" accent2="accent2" accent3="accent3" accent4="accent4" accent5="accent5" accent6="accent6" hlink="hlink" folHlink="folHlink"/>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Number Large 2">
    <p:bg>
      <p:bgRef idx="1001">
        <a:schemeClr val="bg1"/>
      </p:bgRef>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EF9816A-24DB-A6D2-3F39-E78DC5E1C26D}"/>
              </a:ext>
            </a:extLst>
          </p:cNvPr>
          <p:cNvSpPr/>
          <p:nvPr/>
        </p:nvSpPr>
        <p:spPr>
          <a:xfrm>
            <a:off x="0" y="0"/>
            <a:ext cx="12192000" cy="6858000"/>
          </a:xfrm>
          <a:prstGeom prst="rect">
            <a:avLst/>
          </a:prstGeom>
          <a:solidFill>
            <a:schemeClr val="accent2">
              <a:alpha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B5B8561-D435-07DE-2456-79994CDFB83C}"/>
              </a:ext>
            </a:extLst>
          </p:cNvPr>
          <p:cNvSpPr>
            <a:spLocks noGrp="1"/>
          </p:cNvSpPr>
          <p:nvPr>
            <p:ph type="title" hasCustomPrompt="1"/>
          </p:nvPr>
        </p:nvSpPr>
        <p:spPr>
          <a:xfrm>
            <a:off x="806196" y="5248656"/>
            <a:ext cx="10579608" cy="896112"/>
          </a:xfrm>
        </p:spPr>
        <p:txBody>
          <a:bodyPr vert="horz" lIns="91440" tIns="45720" rIns="91440" bIns="45720" rtlCol="0" anchor="ctr">
            <a:normAutofit/>
          </a:bodyPr>
          <a:lstStyle>
            <a:lvl1pPr algn="ctr">
              <a:lnSpc>
                <a:spcPct val="110000"/>
              </a:lnSpc>
              <a:defRPr lang="en-US" sz="2400" cap="all" spc="200" baseline="0" dirty="0">
                <a:solidFill>
                  <a:schemeClr val="accent4">
                    <a:lumMod val="75000"/>
                  </a:schemeClr>
                </a:solidFill>
                <a:latin typeface="+mn-lt"/>
              </a:defRPr>
            </a:lvl1pPr>
          </a:lstStyle>
          <a:p>
            <a:pPr lvl="0"/>
            <a:r>
              <a:rPr lang="en-US"/>
              <a:t>Click to edit Master title styles</a:t>
            </a:r>
          </a:p>
        </p:txBody>
      </p:sp>
      <p:sp>
        <p:nvSpPr>
          <p:cNvPr id="7" name="Content Placeholder 6">
            <a:extLst>
              <a:ext uri="{FF2B5EF4-FFF2-40B4-BE49-F238E27FC236}">
                <a16:creationId xmlns:a16="http://schemas.microsoft.com/office/drawing/2014/main" id="{A42AC33E-6837-F850-DF64-4475DAA059EE}"/>
              </a:ext>
            </a:extLst>
          </p:cNvPr>
          <p:cNvSpPr>
            <a:spLocks noGrp="1"/>
          </p:cNvSpPr>
          <p:nvPr>
            <p:ph sz="quarter" idx="13" hasCustomPrompt="1"/>
          </p:nvPr>
        </p:nvSpPr>
        <p:spPr>
          <a:xfrm>
            <a:off x="495300" y="603504"/>
            <a:ext cx="11201400" cy="4206240"/>
          </a:xfrm>
        </p:spPr>
        <p:txBody>
          <a:bodyPr vert="horz" lIns="91440" tIns="45720" rIns="91440" bIns="45720" rtlCol="0" anchor="b">
            <a:normAutofit/>
          </a:bodyPr>
          <a:lstStyle>
            <a:lvl1pPr marL="0" indent="0" algn="ctr">
              <a:lnSpc>
                <a:spcPct val="90000"/>
              </a:lnSpc>
              <a:spcBef>
                <a:spcPts val="0"/>
              </a:spcBef>
              <a:buNone/>
              <a:defRPr lang="en-US" sz="27800" dirty="0">
                <a:solidFill>
                  <a:schemeClr val="accent4">
                    <a:lumMod val="75000"/>
                  </a:schemeClr>
                </a:solidFill>
                <a:latin typeface="+mj-lt"/>
              </a:defRPr>
            </a:lvl1pPr>
          </a:lstStyle>
          <a:p>
            <a:pPr lvl="0"/>
            <a:r>
              <a:rPr lang="en-US"/>
              <a:t>##%</a:t>
            </a:r>
          </a:p>
        </p:txBody>
      </p:sp>
      <p:sp>
        <p:nvSpPr>
          <p:cNvPr id="4" name="Footer Placeholder 3">
            <a:extLst>
              <a:ext uri="{FF2B5EF4-FFF2-40B4-BE49-F238E27FC236}">
                <a16:creationId xmlns:a16="http://schemas.microsoft.com/office/drawing/2014/main" id="{943AE6E7-0083-439C-3FBC-ADE4BE86C1A4}"/>
              </a:ext>
            </a:extLst>
          </p:cNvPr>
          <p:cNvSpPr>
            <a:spLocks noGrp="1"/>
          </p:cNvSpPr>
          <p:nvPr>
            <p:ph type="ftr" sz="quarter" idx="11"/>
          </p:nvPr>
        </p:nvSpPr>
        <p:spPr/>
        <p:txBody>
          <a:bodyPr/>
          <a:lstStyle>
            <a:lvl1pPr>
              <a:defRPr>
                <a:solidFill>
                  <a:schemeClr val="tx2"/>
                </a:solidFill>
              </a:defRPr>
            </a:lvl1pPr>
          </a:lstStyle>
          <a:p>
            <a:r>
              <a:rPr lang="en-US"/>
              <a:t>Sample Footer Text</a:t>
            </a:r>
          </a:p>
        </p:txBody>
      </p:sp>
      <p:sp>
        <p:nvSpPr>
          <p:cNvPr id="3" name="Date Placeholder 2">
            <a:extLst>
              <a:ext uri="{FF2B5EF4-FFF2-40B4-BE49-F238E27FC236}">
                <a16:creationId xmlns:a16="http://schemas.microsoft.com/office/drawing/2014/main" id="{615DF3EE-4BB8-4215-E053-BF3ED1BB9F97}"/>
              </a:ext>
            </a:extLst>
          </p:cNvPr>
          <p:cNvSpPr>
            <a:spLocks noGrp="1"/>
          </p:cNvSpPr>
          <p:nvPr>
            <p:ph type="dt" sz="half" idx="10"/>
          </p:nvPr>
        </p:nvSpPr>
        <p:spPr/>
        <p:txBody>
          <a:bodyPr/>
          <a:lstStyle>
            <a:lvl1pPr>
              <a:defRPr>
                <a:solidFill>
                  <a:schemeClr val="tx2"/>
                </a:solidFill>
              </a:defRPr>
            </a:lvl1pPr>
          </a:lstStyle>
          <a:p>
            <a:fld id="{357BF1D3-2990-4429-A9CB-0765BDF1B23D}" type="datetime1">
              <a:rPr lang="en-US" smtClean="0"/>
              <a:t>11/30/2025</a:t>
            </a:fld>
            <a:endParaRPr lang="en-US"/>
          </a:p>
        </p:txBody>
      </p:sp>
      <p:sp>
        <p:nvSpPr>
          <p:cNvPr id="5" name="Slide Number Placeholder 4">
            <a:extLst>
              <a:ext uri="{FF2B5EF4-FFF2-40B4-BE49-F238E27FC236}">
                <a16:creationId xmlns:a16="http://schemas.microsoft.com/office/drawing/2014/main" id="{2AF27A3B-009A-1790-7D93-9A1F6351D8BE}"/>
              </a:ext>
            </a:extLst>
          </p:cNvPr>
          <p:cNvSpPr>
            <a:spLocks noGrp="1"/>
          </p:cNvSpPr>
          <p:nvPr>
            <p:ph type="sldNum" sz="quarter" idx="12"/>
          </p:nvPr>
        </p:nvSpPr>
        <p:spPr/>
        <p:txBody>
          <a:bodyPr/>
          <a:lstStyle>
            <a:lvl1pPr>
              <a:defRPr>
                <a:solidFill>
                  <a:schemeClr val="tx2"/>
                </a:solidFill>
              </a:defRPr>
            </a:lvl1pPr>
          </a:lstStyle>
          <a:p>
            <a:fld id="{DDF60B60-82CA-4BB9-BA6E-A62FADF2374B}" type="slidenum">
              <a:rPr lang="en-US" smtClean="0"/>
              <a:t>‹#›</a:t>
            </a:fld>
            <a:endParaRPr lang="en-US"/>
          </a:p>
        </p:txBody>
      </p:sp>
      <p:cxnSp>
        <p:nvCxnSpPr>
          <p:cNvPr id="6" name="Straight Connector 5">
            <a:extLst>
              <a:ext uri="{FF2B5EF4-FFF2-40B4-BE49-F238E27FC236}">
                <a16:creationId xmlns:a16="http://schemas.microsoft.com/office/drawing/2014/main" id="{64C657CA-BC15-CFB3-68A2-CD405FBC42E3}"/>
              </a:ext>
            </a:extLst>
          </p:cNvPr>
          <p:cNvCxnSpPr>
            <a:cxnSpLocks/>
          </p:cNvCxnSpPr>
          <p:nvPr/>
        </p:nvCxnSpPr>
        <p:spPr>
          <a:xfrm flipH="1">
            <a:off x="0" y="5018669"/>
            <a:ext cx="12192000" cy="0"/>
          </a:xfrm>
          <a:prstGeom prst="line">
            <a:avLst/>
          </a:prstGeom>
          <a:ln w="9525">
            <a:solidFill>
              <a:schemeClr val="tx2">
                <a:alpha val="30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C2258A7C-B0B2-E98B-CC50-E513F3F96778}"/>
              </a:ext>
            </a:extLst>
          </p:cNvPr>
          <p:cNvCxnSpPr>
            <a:cxnSpLocks/>
          </p:cNvCxnSpPr>
          <p:nvPr/>
        </p:nvCxnSpPr>
        <p:spPr>
          <a:xfrm flipH="1">
            <a:off x="0" y="6396171"/>
            <a:ext cx="12192000" cy="0"/>
          </a:xfrm>
          <a:prstGeom prst="line">
            <a:avLst/>
          </a:prstGeom>
          <a:ln w="9525">
            <a:solidFill>
              <a:schemeClr val="tx2">
                <a:alpha val="3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49390628"/>
      </p:ext>
    </p:extLst>
  </p:cSld>
  <p:clrMapOvr>
    <a:overrideClrMapping bg1="lt1" tx1="dk1" bg2="lt2" tx2="dk2" accent1="accent1" accent2="accent2" accent3="accent3" accent4="accent4" accent5="accent5" accent6="accent6" hlink="hlink" folHlink="folHlink"/>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Number Large 3">
    <p:bg>
      <p:bgRef idx="1001">
        <a:schemeClr val="bg2"/>
      </p:bgRef>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5FDE1DC1-9689-2EE3-E7BA-1B5865E69925}"/>
              </a:ext>
            </a:extLst>
          </p:cNvPr>
          <p:cNvSpPr/>
          <p:nvPr/>
        </p:nvSpPr>
        <p:spPr>
          <a:xfrm>
            <a:off x="0" y="0"/>
            <a:ext cx="12192000" cy="6858000"/>
          </a:xfrm>
          <a:prstGeom prst="rect">
            <a:avLst/>
          </a:prstGeom>
          <a:solidFill>
            <a:schemeClr val="accent2">
              <a:lumMod val="60000"/>
              <a:lumOff val="40000"/>
              <a:alpha val="9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B5B8561-D435-07DE-2456-79994CDFB83C}"/>
              </a:ext>
            </a:extLst>
          </p:cNvPr>
          <p:cNvSpPr>
            <a:spLocks noGrp="1"/>
          </p:cNvSpPr>
          <p:nvPr>
            <p:ph type="title" hasCustomPrompt="1"/>
          </p:nvPr>
        </p:nvSpPr>
        <p:spPr>
          <a:xfrm>
            <a:off x="1718209" y="5095152"/>
            <a:ext cx="8755582" cy="1397088"/>
          </a:xfrm>
        </p:spPr>
        <p:txBody>
          <a:bodyPr vert="horz" lIns="91440" tIns="45720" rIns="91440" bIns="45720" rtlCol="0" anchor="ctr">
            <a:normAutofit/>
          </a:bodyPr>
          <a:lstStyle>
            <a:lvl1pPr algn="ctr">
              <a:lnSpc>
                <a:spcPct val="120000"/>
              </a:lnSpc>
              <a:defRPr lang="en-US" sz="2600" cap="all" spc="100" baseline="0" dirty="0">
                <a:solidFill>
                  <a:schemeClr val="accent4"/>
                </a:solidFill>
                <a:latin typeface="+mn-lt"/>
              </a:defRPr>
            </a:lvl1pPr>
          </a:lstStyle>
          <a:p>
            <a:pPr lvl="0"/>
            <a:r>
              <a:rPr lang="en-US"/>
              <a:t>Click to edit Master title styles</a:t>
            </a:r>
          </a:p>
        </p:txBody>
      </p:sp>
      <p:sp>
        <p:nvSpPr>
          <p:cNvPr id="7" name="Content Placeholder 6">
            <a:extLst>
              <a:ext uri="{FF2B5EF4-FFF2-40B4-BE49-F238E27FC236}">
                <a16:creationId xmlns:a16="http://schemas.microsoft.com/office/drawing/2014/main" id="{A42AC33E-6837-F850-DF64-4475DAA059EE}"/>
              </a:ext>
            </a:extLst>
          </p:cNvPr>
          <p:cNvSpPr>
            <a:spLocks noGrp="1"/>
          </p:cNvSpPr>
          <p:nvPr>
            <p:ph sz="quarter" idx="13" hasCustomPrompt="1"/>
          </p:nvPr>
        </p:nvSpPr>
        <p:spPr>
          <a:xfrm>
            <a:off x="915924" y="604476"/>
            <a:ext cx="10360152" cy="3886200"/>
          </a:xfrm>
        </p:spPr>
        <p:txBody>
          <a:bodyPr vert="horz" lIns="91440" tIns="45720" rIns="91440" bIns="45720" rtlCol="0" anchor="b">
            <a:normAutofit/>
          </a:bodyPr>
          <a:lstStyle>
            <a:lvl1pPr marL="0" indent="0" algn="ctr">
              <a:lnSpc>
                <a:spcPct val="90000"/>
              </a:lnSpc>
              <a:spcBef>
                <a:spcPts val="0"/>
              </a:spcBef>
              <a:buNone/>
              <a:defRPr lang="en-US" sz="26000" dirty="0">
                <a:solidFill>
                  <a:schemeClr val="accent4"/>
                </a:solidFill>
                <a:latin typeface="+mj-lt"/>
              </a:defRPr>
            </a:lvl1pPr>
          </a:lstStyle>
          <a:p>
            <a:pPr lvl="0"/>
            <a:r>
              <a:rPr lang="en-US"/>
              <a:t>##%</a:t>
            </a:r>
          </a:p>
        </p:txBody>
      </p:sp>
      <p:sp>
        <p:nvSpPr>
          <p:cNvPr id="4" name="Footer Placeholder 3">
            <a:extLst>
              <a:ext uri="{FF2B5EF4-FFF2-40B4-BE49-F238E27FC236}">
                <a16:creationId xmlns:a16="http://schemas.microsoft.com/office/drawing/2014/main" id="{943AE6E7-0083-439C-3FBC-ADE4BE86C1A4}"/>
              </a:ext>
            </a:extLst>
          </p:cNvPr>
          <p:cNvSpPr>
            <a:spLocks noGrp="1"/>
          </p:cNvSpPr>
          <p:nvPr>
            <p:ph type="ftr" sz="quarter" idx="11"/>
          </p:nvPr>
        </p:nvSpPr>
        <p:spPr>
          <a:xfrm>
            <a:off x="640080" y="6445997"/>
            <a:ext cx="3949302" cy="365125"/>
          </a:xfrm>
        </p:spPr>
        <p:txBody>
          <a:bodyPr/>
          <a:lstStyle>
            <a:lvl1pPr>
              <a:defRPr>
                <a:solidFill>
                  <a:schemeClr val="tx2"/>
                </a:solidFill>
              </a:defRPr>
            </a:lvl1pPr>
          </a:lstStyle>
          <a:p>
            <a:r>
              <a:rPr lang="en-US"/>
              <a:t>Sample Footer Text</a:t>
            </a:r>
          </a:p>
        </p:txBody>
      </p:sp>
      <p:sp>
        <p:nvSpPr>
          <p:cNvPr id="3" name="Date Placeholder 2">
            <a:extLst>
              <a:ext uri="{FF2B5EF4-FFF2-40B4-BE49-F238E27FC236}">
                <a16:creationId xmlns:a16="http://schemas.microsoft.com/office/drawing/2014/main" id="{615DF3EE-4BB8-4215-E053-BF3ED1BB9F97}"/>
              </a:ext>
            </a:extLst>
          </p:cNvPr>
          <p:cNvSpPr>
            <a:spLocks noGrp="1"/>
          </p:cNvSpPr>
          <p:nvPr>
            <p:ph type="dt" sz="half" idx="10"/>
          </p:nvPr>
        </p:nvSpPr>
        <p:spPr/>
        <p:txBody>
          <a:bodyPr/>
          <a:lstStyle>
            <a:lvl1pPr>
              <a:defRPr>
                <a:solidFill>
                  <a:schemeClr val="tx2"/>
                </a:solidFill>
              </a:defRPr>
            </a:lvl1pPr>
          </a:lstStyle>
          <a:p>
            <a:fld id="{BE99BABC-AD7D-4A6D-A89B-3BB2921A5531}" type="datetime1">
              <a:rPr lang="en-US" smtClean="0"/>
              <a:t>11/30/2025</a:t>
            </a:fld>
            <a:endParaRPr lang="en-US"/>
          </a:p>
        </p:txBody>
      </p:sp>
      <p:sp>
        <p:nvSpPr>
          <p:cNvPr id="5" name="Slide Number Placeholder 4">
            <a:extLst>
              <a:ext uri="{FF2B5EF4-FFF2-40B4-BE49-F238E27FC236}">
                <a16:creationId xmlns:a16="http://schemas.microsoft.com/office/drawing/2014/main" id="{2AF27A3B-009A-1790-7D93-9A1F6351D8BE}"/>
              </a:ext>
            </a:extLst>
          </p:cNvPr>
          <p:cNvSpPr>
            <a:spLocks noGrp="1"/>
          </p:cNvSpPr>
          <p:nvPr>
            <p:ph type="sldNum" sz="quarter" idx="12"/>
          </p:nvPr>
        </p:nvSpPr>
        <p:spPr/>
        <p:txBody>
          <a:bodyPr/>
          <a:lstStyle>
            <a:lvl1pPr>
              <a:defRPr>
                <a:solidFill>
                  <a:schemeClr val="tx2"/>
                </a:solidFill>
              </a:defRPr>
            </a:lvl1pPr>
          </a:lstStyle>
          <a:p>
            <a:fld id="{DDF60B60-82CA-4BB9-BA6E-A62FADF2374B}" type="slidenum">
              <a:rPr lang="en-US" smtClean="0"/>
              <a:t>‹#›</a:t>
            </a:fld>
            <a:endParaRPr lang="en-US"/>
          </a:p>
        </p:txBody>
      </p:sp>
      <p:cxnSp>
        <p:nvCxnSpPr>
          <p:cNvPr id="9" name="Straight Connector 8">
            <a:extLst>
              <a:ext uri="{FF2B5EF4-FFF2-40B4-BE49-F238E27FC236}">
                <a16:creationId xmlns:a16="http://schemas.microsoft.com/office/drawing/2014/main" id="{C4E840B4-4A86-E59D-DE37-6D68E8998743}"/>
              </a:ext>
            </a:extLst>
          </p:cNvPr>
          <p:cNvCxnSpPr>
            <a:cxnSpLocks/>
          </p:cNvCxnSpPr>
          <p:nvPr/>
        </p:nvCxnSpPr>
        <p:spPr>
          <a:xfrm flipH="1">
            <a:off x="0" y="4800185"/>
            <a:ext cx="12192000" cy="0"/>
          </a:xfrm>
          <a:prstGeom prst="line">
            <a:avLst/>
          </a:prstGeom>
          <a:ln w="9525">
            <a:solidFill>
              <a:schemeClr val="tx2">
                <a:alpha val="30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374C1874-713F-9C70-0910-15468C71D94B}"/>
              </a:ext>
            </a:extLst>
          </p:cNvPr>
          <p:cNvCxnSpPr>
            <a:cxnSpLocks/>
          </p:cNvCxnSpPr>
          <p:nvPr/>
        </p:nvCxnSpPr>
        <p:spPr>
          <a:xfrm>
            <a:off x="457200" y="0"/>
            <a:ext cx="0" cy="6858000"/>
          </a:xfrm>
          <a:prstGeom prst="line">
            <a:avLst/>
          </a:prstGeom>
          <a:ln w="9525">
            <a:solidFill>
              <a:schemeClr val="tx2">
                <a:alpha val="30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FFE3C4BC-AB49-4B2D-6D76-2DB06F19B146}"/>
              </a:ext>
            </a:extLst>
          </p:cNvPr>
          <p:cNvCxnSpPr>
            <a:cxnSpLocks/>
          </p:cNvCxnSpPr>
          <p:nvPr/>
        </p:nvCxnSpPr>
        <p:spPr>
          <a:xfrm>
            <a:off x="11734800" y="0"/>
            <a:ext cx="0" cy="6858000"/>
          </a:xfrm>
          <a:prstGeom prst="line">
            <a:avLst/>
          </a:prstGeom>
          <a:ln w="9525">
            <a:solidFill>
              <a:schemeClr val="tx2">
                <a:alpha val="3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52190486"/>
      </p:ext>
    </p:extLst>
  </p:cSld>
  <p:clrMapOvr>
    <a:overrideClrMapping bg1="lt1" tx1="dk1" bg2="lt2" tx2="dk2" accent1="accent1" accent2="accent2" accent3="accent3" accent4="accent4" accent5="accent5" accent6="accent6" hlink="hlink" folHlink="folHlink"/>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Number Large 4">
    <p:bg>
      <p:bgRef idx="1001">
        <a:schemeClr val="bg2"/>
      </p:bgRef>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F5F8892-F2ED-BFCA-E7AB-85D6D27E4996}"/>
              </a:ext>
            </a:extLst>
          </p:cNvPr>
          <p:cNvSpPr/>
          <p:nvPr/>
        </p:nvSpPr>
        <p:spPr>
          <a:xfrm>
            <a:off x="0" y="0"/>
            <a:ext cx="12192000" cy="6858000"/>
          </a:xfrm>
          <a:prstGeom prst="rect">
            <a:avLst/>
          </a:prstGeom>
          <a:solidFill>
            <a:schemeClr val="accent2">
              <a:lumMod val="60000"/>
              <a:lumOff val="40000"/>
              <a:alpha val="9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B5B8561-D435-07DE-2456-79994CDFB83C}"/>
              </a:ext>
            </a:extLst>
          </p:cNvPr>
          <p:cNvSpPr>
            <a:spLocks noGrp="1"/>
          </p:cNvSpPr>
          <p:nvPr>
            <p:ph type="title" hasCustomPrompt="1"/>
          </p:nvPr>
        </p:nvSpPr>
        <p:spPr>
          <a:xfrm>
            <a:off x="457200" y="4809744"/>
            <a:ext cx="10817352" cy="1325880"/>
          </a:xfrm>
        </p:spPr>
        <p:txBody>
          <a:bodyPr vert="horz" lIns="91440" tIns="45720" rIns="91440" bIns="45720" rtlCol="0" anchor="ctr">
            <a:normAutofit/>
          </a:bodyPr>
          <a:lstStyle>
            <a:lvl1pPr>
              <a:lnSpc>
                <a:spcPct val="120000"/>
              </a:lnSpc>
              <a:defRPr lang="en-US" sz="2400" cap="all" spc="200" baseline="0" dirty="0">
                <a:solidFill>
                  <a:schemeClr val="tx2">
                    <a:alpha val="90000"/>
                  </a:schemeClr>
                </a:solidFill>
                <a:latin typeface="+mn-lt"/>
              </a:defRPr>
            </a:lvl1pPr>
          </a:lstStyle>
          <a:p>
            <a:pPr lvl="0"/>
            <a:r>
              <a:rPr lang="en-US"/>
              <a:t>Click to edit Master title styles</a:t>
            </a:r>
          </a:p>
        </p:txBody>
      </p:sp>
      <p:sp>
        <p:nvSpPr>
          <p:cNvPr id="7" name="Content Placeholder 6">
            <a:extLst>
              <a:ext uri="{FF2B5EF4-FFF2-40B4-BE49-F238E27FC236}">
                <a16:creationId xmlns:a16="http://schemas.microsoft.com/office/drawing/2014/main" id="{A42AC33E-6837-F850-DF64-4475DAA059EE}"/>
              </a:ext>
            </a:extLst>
          </p:cNvPr>
          <p:cNvSpPr>
            <a:spLocks noGrp="1"/>
          </p:cNvSpPr>
          <p:nvPr>
            <p:ph sz="quarter" idx="13" hasCustomPrompt="1"/>
          </p:nvPr>
        </p:nvSpPr>
        <p:spPr>
          <a:xfrm>
            <a:off x="457200" y="603504"/>
            <a:ext cx="10817352" cy="3886200"/>
          </a:xfrm>
        </p:spPr>
        <p:txBody>
          <a:bodyPr vert="horz" lIns="91440" tIns="45720" rIns="91440" bIns="45720" rtlCol="0" anchor="b">
            <a:normAutofit/>
          </a:bodyPr>
          <a:lstStyle>
            <a:lvl1pPr marL="0" indent="0">
              <a:lnSpc>
                <a:spcPct val="90000"/>
              </a:lnSpc>
              <a:buNone/>
              <a:defRPr lang="en-US" sz="26000" dirty="0">
                <a:solidFill>
                  <a:schemeClr val="accent4"/>
                </a:solidFill>
                <a:latin typeface="+mj-lt"/>
              </a:defRPr>
            </a:lvl1pPr>
          </a:lstStyle>
          <a:p>
            <a:pPr lvl="0"/>
            <a:r>
              <a:rPr lang="en-US"/>
              <a:t>##%</a:t>
            </a:r>
          </a:p>
        </p:txBody>
      </p:sp>
      <p:sp>
        <p:nvSpPr>
          <p:cNvPr id="4" name="Footer Placeholder 3">
            <a:extLst>
              <a:ext uri="{FF2B5EF4-FFF2-40B4-BE49-F238E27FC236}">
                <a16:creationId xmlns:a16="http://schemas.microsoft.com/office/drawing/2014/main" id="{943AE6E7-0083-439C-3FBC-ADE4BE86C1A4}"/>
              </a:ext>
            </a:extLst>
          </p:cNvPr>
          <p:cNvSpPr>
            <a:spLocks noGrp="1"/>
          </p:cNvSpPr>
          <p:nvPr>
            <p:ph type="ftr" sz="quarter" idx="11"/>
          </p:nvPr>
        </p:nvSpPr>
        <p:spPr/>
        <p:txBody>
          <a:bodyPr/>
          <a:lstStyle>
            <a:lvl1pPr>
              <a:defRPr>
                <a:solidFill>
                  <a:schemeClr val="tx2"/>
                </a:solidFill>
              </a:defRPr>
            </a:lvl1pPr>
          </a:lstStyle>
          <a:p>
            <a:r>
              <a:rPr lang="en-US"/>
              <a:t>Sample Footer Text</a:t>
            </a:r>
          </a:p>
        </p:txBody>
      </p:sp>
      <p:sp>
        <p:nvSpPr>
          <p:cNvPr id="3" name="Date Placeholder 2">
            <a:extLst>
              <a:ext uri="{FF2B5EF4-FFF2-40B4-BE49-F238E27FC236}">
                <a16:creationId xmlns:a16="http://schemas.microsoft.com/office/drawing/2014/main" id="{615DF3EE-4BB8-4215-E053-BF3ED1BB9F97}"/>
              </a:ext>
            </a:extLst>
          </p:cNvPr>
          <p:cNvSpPr>
            <a:spLocks noGrp="1"/>
          </p:cNvSpPr>
          <p:nvPr>
            <p:ph type="dt" sz="half" idx="10"/>
          </p:nvPr>
        </p:nvSpPr>
        <p:spPr/>
        <p:txBody>
          <a:bodyPr/>
          <a:lstStyle>
            <a:lvl1pPr>
              <a:defRPr>
                <a:solidFill>
                  <a:schemeClr val="tx2"/>
                </a:solidFill>
              </a:defRPr>
            </a:lvl1pPr>
          </a:lstStyle>
          <a:p>
            <a:fld id="{651FE32A-A87D-4DC3-874C-FBD040896932}" type="datetime1">
              <a:rPr lang="en-US" smtClean="0"/>
              <a:t>11/30/2025</a:t>
            </a:fld>
            <a:endParaRPr lang="en-US"/>
          </a:p>
        </p:txBody>
      </p:sp>
      <p:sp>
        <p:nvSpPr>
          <p:cNvPr id="5" name="Slide Number Placeholder 4">
            <a:extLst>
              <a:ext uri="{FF2B5EF4-FFF2-40B4-BE49-F238E27FC236}">
                <a16:creationId xmlns:a16="http://schemas.microsoft.com/office/drawing/2014/main" id="{2AF27A3B-009A-1790-7D93-9A1F6351D8BE}"/>
              </a:ext>
            </a:extLst>
          </p:cNvPr>
          <p:cNvSpPr>
            <a:spLocks noGrp="1"/>
          </p:cNvSpPr>
          <p:nvPr>
            <p:ph type="sldNum" sz="quarter" idx="12"/>
          </p:nvPr>
        </p:nvSpPr>
        <p:spPr/>
        <p:txBody>
          <a:bodyPr/>
          <a:lstStyle>
            <a:lvl1pPr>
              <a:defRPr>
                <a:solidFill>
                  <a:schemeClr val="tx2"/>
                </a:solidFill>
              </a:defRPr>
            </a:lvl1pPr>
          </a:lstStyle>
          <a:p>
            <a:fld id="{DDF60B60-82CA-4BB9-BA6E-A62FADF2374B}" type="slidenum">
              <a:rPr lang="en-US" smtClean="0"/>
              <a:t>‹#›</a:t>
            </a:fld>
            <a:endParaRPr lang="en-US"/>
          </a:p>
        </p:txBody>
      </p:sp>
      <p:cxnSp>
        <p:nvCxnSpPr>
          <p:cNvPr id="6" name="Straight Connector 5">
            <a:extLst>
              <a:ext uri="{FF2B5EF4-FFF2-40B4-BE49-F238E27FC236}">
                <a16:creationId xmlns:a16="http://schemas.microsoft.com/office/drawing/2014/main" id="{FBC03FAC-E732-2A29-931B-DF10E16576A9}"/>
              </a:ext>
            </a:extLst>
          </p:cNvPr>
          <p:cNvCxnSpPr>
            <a:cxnSpLocks/>
          </p:cNvCxnSpPr>
          <p:nvPr/>
        </p:nvCxnSpPr>
        <p:spPr>
          <a:xfrm flipH="1">
            <a:off x="0" y="4567063"/>
            <a:ext cx="12192000" cy="0"/>
          </a:xfrm>
          <a:prstGeom prst="line">
            <a:avLst/>
          </a:prstGeom>
          <a:ln w="9525">
            <a:solidFill>
              <a:schemeClr val="tx2">
                <a:alpha val="30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22EAA9EA-F053-9082-1866-9E27466BAA2B}"/>
              </a:ext>
            </a:extLst>
          </p:cNvPr>
          <p:cNvCxnSpPr>
            <a:cxnSpLocks/>
          </p:cNvCxnSpPr>
          <p:nvPr/>
        </p:nvCxnSpPr>
        <p:spPr>
          <a:xfrm flipH="1">
            <a:off x="0" y="6396171"/>
            <a:ext cx="12192000" cy="0"/>
          </a:xfrm>
          <a:prstGeom prst="line">
            <a:avLst/>
          </a:prstGeom>
          <a:ln w="9525">
            <a:solidFill>
              <a:schemeClr val="tx2">
                <a:alpha val="30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C4634D08-FFFD-5C50-9C95-E26621C9F10B}"/>
              </a:ext>
            </a:extLst>
          </p:cNvPr>
          <p:cNvCxnSpPr>
            <a:cxnSpLocks/>
          </p:cNvCxnSpPr>
          <p:nvPr/>
        </p:nvCxnSpPr>
        <p:spPr>
          <a:xfrm>
            <a:off x="11734800" y="0"/>
            <a:ext cx="0" cy="6858000"/>
          </a:xfrm>
          <a:prstGeom prst="line">
            <a:avLst/>
          </a:prstGeom>
          <a:ln w="9525">
            <a:solidFill>
              <a:schemeClr val="tx2">
                <a:alpha val="3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18991171"/>
      </p:ext>
    </p:extLst>
  </p:cSld>
  <p:clrMapOvr>
    <a:overrideClrMapping bg1="lt1" tx1="dk1" bg2="lt2" tx2="dk2" accent1="accent1" accent2="accent2" accent3="accent3" accent4="accent4" accent5="accent5" accent6="accent6" hlink="hlink" folHlink="folHlink"/>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Statement">
    <p:bg>
      <p:bgRef idx="1001">
        <a:schemeClr val="bg2"/>
      </p:bgRef>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55FB4D75-C478-D736-9A5A-B64DEA241030}"/>
              </a:ext>
            </a:extLst>
          </p:cNvPr>
          <p:cNvSpPr/>
          <p:nvPr/>
        </p:nvSpPr>
        <p:spPr>
          <a:xfrm>
            <a:off x="0" y="0"/>
            <a:ext cx="12192000" cy="6858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lvl1pPr>
              <a:defRPr>
                <a:solidFill>
                  <a:schemeClr val="bg2"/>
                </a:solidFill>
              </a:defRPr>
            </a:lvl1p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693103" y="1493520"/>
            <a:ext cx="8805794" cy="3911600"/>
          </a:xfrm>
        </p:spPr>
        <p:txBody>
          <a:bodyPr anchor="ctr">
            <a:normAutofit/>
          </a:bodyPr>
          <a:lstStyle>
            <a:lvl1pPr marL="0" indent="0" algn="ctr">
              <a:lnSpc>
                <a:spcPct val="110000"/>
              </a:lnSpc>
              <a:buNone/>
              <a:defRPr sz="5400" b="0">
                <a:solidFill>
                  <a:schemeClr val="tx2"/>
                </a:solidFill>
                <a:latin typeface="+mj-lt"/>
              </a:defRPr>
            </a:lvl1pPr>
            <a:lvl2pPr marL="228600" indent="0" algn="ctr">
              <a:lnSpc>
                <a:spcPct val="110000"/>
              </a:lnSpc>
              <a:buNone/>
              <a:defRPr sz="4800" b="0">
                <a:solidFill>
                  <a:schemeClr val="tx2"/>
                </a:solidFill>
                <a:latin typeface="+mj-lt"/>
              </a:defRPr>
            </a:lvl2pPr>
            <a:lvl3pPr marL="457200" indent="0" algn="ctr">
              <a:lnSpc>
                <a:spcPct val="110000"/>
              </a:lnSpc>
              <a:buNone/>
              <a:defRPr sz="4400" b="0">
                <a:solidFill>
                  <a:schemeClr val="tx2"/>
                </a:solidFill>
                <a:latin typeface="+mj-lt"/>
              </a:defRPr>
            </a:lvl3pPr>
            <a:lvl4pPr marL="685800" indent="0" algn="ctr">
              <a:lnSpc>
                <a:spcPct val="110000"/>
              </a:lnSpc>
              <a:buNone/>
              <a:defRPr sz="4000" b="0">
                <a:solidFill>
                  <a:schemeClr val="tx2"/>
                </a:solidFill>
                <a:latin typeface="+mj-lt"/>
              </a:defRPr>
            </a:lvl4pPr>
            <a:lvl5pPr marL="914400" indent="0" algn="ctr">
              <a:lnSpc>
                <a:spcPct val="110000"/>
              </a:lnSpc>
              <a:buNone/>
              <a:defRPr sz="3600" b="0">
                <a:solidFill>
                  <a:schemeClr val="tx2"/>
                </a:solidFill>
                <a:latin typeface="+mj-lt"/>
              </a:defRPr>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a:xfrm>
            <a:off x="640080" y="6445997"/>
            <a:ext cx="3949302" cy="365125"/>
          </a:xfrm>
        </p:spPr>
        <p:txBody>
          <a:bodyPr/>
          <a:lstStyle>
            <a:lvl1pPr>
              <a:defRPr>
                <a:solidFill>
                  <a:schemeClr val="tx2"/>
                </a:solidFill>
              </a:defRPr>
            </a:lvl1pPr>
          </a:lstStyle>
          <a:p>
            <a:r>
              <a:rPr lang="en-US"/>
              <a:t>Sample 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tx2"/>
                </a:solidFill>
              </a:defRPr>
            </a:lvl1pPr>
          </a:lstStyle>
          <a:p>
            <a:fld id="{E036278C-3666-418F-8843-DFD38DB3098D}" type="datetime1">
              <a:rPr lang="en-US" smtClean="0"/>
              <a:t>11/30/2025</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tx2"/>
                </a:solidFill>
              </a:defRPr>
            </a:lvl1pPr>
          </a:lstStyle>
          <a:p>
            <a:fld id="{DDF60B60-82CA-4BB9-BA6E-A62FADF2374B}" type="slidenum">
              <a:rPr lang="en-US" smtClean="0"/>
              <a:t>‹#›</a:t>
            </a:fld>
            <a:endParaRPr lang="en-US"/>
          </a:p>
        </p:txBody>
      </p:sp>
      <p:cxnSp>
        <p:nvCxnSpPr>
          <p:cNvPr id="9" name="Straight Connector 8">
            <a:extLst>
              <a:ext uri="{FF2B5EF4-FFF2-40B4-BE49-F238E27FC236}">
                <a16:creationId xmlns:a16="http://schemas.microsoft.com/office/drawing/2014/main" id="{6C547212-589F-3A5C-2FF7-4E576B86E3A3}"/>
              </a:ext>
            </a:extLst>
          </p:cNvPr>
          <p:cNvCxnSpPr>
            <a:cxnSpLocks/>
          </p:cNvCxnSpPr>
          <p:nvPr/>
        </p:nvCxnSpPr>
        <p:spPr>
          <a:xfrm flipH="1">
            <a:off x="0" y="6398068"/>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440E2472-A2D0-B3C4-1592-E709B2EC9AD6}"/>
              </a:ext>
            </a:extLst>
          </p:cNvPr>
          <p:cNvCxnSpPr>
            <a:cxnSpLocks/>
          </p:cNvCxnSpPr>
          <p:nvPr/>
        </p:nvCxnSpPr>
        <p:spPr>
          <a:xfrm>
            <a:off x="457200"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2F95E0B8-C6C3-8095-D53F-FB618E39D7CE}"/>
              </a:ext>
            </a:extLst>
          </p:cNvPr>
          <p:cNvCxnSpPr>
            <a:cxnSpLocks/>
          </p:cNvCxnSpPr>
          <p:nvPr/>
        </p:nvCxnSpPr>
        <p:spPr>
          <a:xfrm flipH="1">
            <a:off x="0" y="459932"/>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DAD2DF78-237E-1E21-906C-273460F55F55}"/>
              </a:ext>
            </a:extLst>
          </p:cNvPr>
          <p:cNvCxnSpPr>
            <a:cxnSpLocks/>
          </p:cNvCxnSpPr>
          <p:nvPr/>
        </p:nvCxnSpPr>
        <p:spPr>
          <a:xfrm>
            <a:off x="11734800"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26498314"/>
      </p:ext>
    </p:extLst>
  </p:cSld>
  <p:clrMapOvr>
    <a:overrideClrMapping bg1="dk1" tx1="lt1" bg2="dk2" tx2="lt2" accent1="accent1" accent2="accent2" accent3="accent3" accent4="accent4" accent5="accent5" accent6="accent6" hlink="hlink" folHlink="folHlink"/>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cSld name="Statement 2">
    <p:bg>
      <p:bgRef idx="1001">
        <a:schemeClr val="bg2"/>
      </p:bgRef>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AEFC0D0B-DA30-766C-173E-0170DEC1DFE7}"/>
              </a:ext>
            </a:extLst>
          </p:cNvPr>
          <p:cNvSpPr/>
          <p:nvPr/>
        </p:nvSpPr>
        <p:spPr>
          <a:xfrm>
            <a:off x="0" y="0"/>
            <a:ext cx="12192000" cy="6858000"/>
          </a:xfrm>
          <a:prstGeom prst="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lvl1pPr>
              <a:defRPr>
                <a:solidFill>
                  <a:schemeClr val="bg2"/>
                </a:solidFill>
              </a:defRPr>
            </a:lvl1p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450676" y="1069677"/>
            <a:ext cx="9290649" cy="4744528"/>
          </a:xfrm>
        </p:spPr>
        <p:txBody>
          <a:bodyPr anchor="ctr">
            <a:normAutofit/>
          </a:bodyPr>
          <a:lstStyle>
            <a:lvl1pPr marL="0" indent="0" algn="ctr">
              <a:lnSpc>
                <a:spcPct val="120000"/>
              </a:lnSpc>
              <a:buNone/>
              <a:defRPr sz="4000" b="0" cap="all" spc="260" baseline="0">
                <a:solidFill>
                  <a:schemeClr val="tx2"/>
                </a:solidFill>
              </a:defRPr>
            </a:lvl1pPr>
            <a:lvl2pPr marL="228600" indent="0" algn="ctr">
              <a:lnSpc>
                <a:spcPct val="120000"/>
              </a:lnSpc>
              <a:buNone/>
              <a:defRPr sz="4000" b="0" cap="all" spc="260" baseline="0">
                <a:solidFill>
                  <a:schemeClr val="tx2"/>
                </a:solidFill>
              </a:defRPr>
            </a:lvl2pPr>
            <a:lvl3pPr marL="457200" indent="0" algn="ctr">
              <a:lnSpc>
                <a:spcPct val="120000"/>
              </a:lnSpc>
              <a:buNone/>
              <a:defRPr sz="4000" b="0" cap="all" spc="260" baseline="0">
                <a:solidFill>
                  <a:schemeClr val="tx2"/>
                </a:solidFill>
              </a:defRPr>
            </a:lvl3pPr>
            <a:lvl4pPr marL="685800" indent="0" algn="ctr">
              <a:lnSpc>
                <a:spcPct val="120000"/>
              </a:lnSpc>
              <a:buNone/>
              <a:defRPr sz="4000" b="0" cap="all" spc="260" baseline="0">
                <a:solidFill>
                  <a:schemeClr val="tx2"/>
                </a:solidFill>
              </a:defRPr>
            </a:lvl4pPr>
            <a:lvl5pPr marL="914400" indent="0" algn="ctr">
              <a:lnSpc>
                <a:spcPct val="120000"/>
              </a:lnSpc>
              <a:buNone/>
              <a:defRPr sz="4000" b="0" cap="all" spc="260" baseline="0">
                <a:solidFill>
                  <a:schemeClr val="tx2"/>
                </a:solidFill>
              </a:defRPr>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a:xfrm>
            <a:off x="640080" y="6445997"/>
            <a:ext cx="3949302" cy="365125"/>
          </a:xfrm>
        </p:spPr>
        <p:txBody>
          <a:bodyPr/>
          <a:lstStyle>
            <a:lvl1pPr>
              <a:defRPr>
                <a:solidFill>
                  <a:schemeClr val="tx2"/>
                </a:solidFill>
              </a:defRPr>
            </a:lvl1pPr>
          </a:lstStyle>
          <a:p>
            <a:r>
              <a:rPr lang="en-US"/>
              <a:t>Sample 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tx2"/>
                </a:solidFill>
              </a:defRPr>
            </a:lvl1pPr>
          </a:lstStyle>
          <a:p>
            <a:fld id="{4E50C56A-CD5D-4BFA-97E5-381E40BD37FE}" type="datetime1">
              <a:rPr lang="en-US" smtClean="0"/>
              <a:t>11/30/2025</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tx2"/>
                </a:solidFill>
              </a:defRPr>
            </a:lvl1pPr>
          </a:lstStyle>
          <a:p>
            <a:fld id="{DDF60B60-82CA-4BB9-BA6E-A62FADF2374B}" type="slidenum">
              <a:rPr lang="en-US" smtClean="0"/>
              <a:t>‹#›</a:t>
            </a:fld>
            <a:endParaRPr lang="en-US"/>
          </a:p>
        </p:txBody>
      </p:sp>
      <p:cxnSp>
        <p:nvCxnSpPr>
          <p:cNvPr id="6" name="Straight Connector 5">
            <a:extLst>
              <a:ext uri="{FF2B5EF4-FFF2-40B4-BE49-F238E27FC236}">
                <a16:creationId xmlns:a16="http://schemas.microsoft.com/office/drawing/2014/main" id="{6D749579-0FDB-004C-88C7-AEAFA967138F}"/>
              </a:ext>
            </a:extLst>
          </p:cNvPr>
          <p:cNvCxnSpPr>
            <a:cxnSpLocks/>
          </p:cNvCxnSpPr>
          <p:nvPr/>
        </p:nvCxnSpPr>
        <p:spPr>
          <a:xfrm flipH="1">
            <a:off x="0" y="6398068"/>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7236D2D7-1E6C-18EB-97E2-3C716E213514}"/>
              </a:ext>
            </a:extLst>
          </p:cNvPr>
          <p:cNvCxnSpPr>
            <a:cxnSpLocks/>
          </p:cNvCxnSpPr>
          <p:nvPr/>
        </p:nvCxnSpPr>
        <p:spPr>
          <a:xfrm>
            <a:off x="457200"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CC134195-89D3-0A49-21C0-FCE233C5FA6B}"/>
              </a:ext>
            </a:extLst>
          </p:cNvPr>
          <p:cNvCxnSpPr>
            <a:cxnSpLocks/>
          </p:cNvCxnSpPr>
          <p:nvPr/>
        </p:nvCxnSpPr>
        <p:spPr>
          <a:xfrm flipH="1">
            <a:off x="0" y="459932"/>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9A06AC78-B01D-B856-062B-5BDFA424140A}"/>
              </a:ext>
            </a:extLst>
          </p:cNvPr>
          <p:cNvCxnSpPr>
            <a:cxnSpLocks/>
          </p:cNvCxnSpPr>
          <p:nvPr/>
        </p:nvCxnSpPr>
        <p:spPr>
          <a:xfrm>
            <a:off x="11734800"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1958208"/>
      </p:ext>
    </p:extLst>
  </p:cSld>
  <p:clrMapOvr>
    <a:overrideClrMapping bg1="dk1" tx1="lt1" bg2="dk2" tx2="lt2" accent1="accent1" accent2="accent2" accent3="accent3" accent4="accent4" accent5="accent5" accent6="accent6" hlink="hlink" folHlink="folHlink"/>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Statement 3">
    <p:bg>
      <p:bgRef idx="1001">
        <a:schemeClr val="bg2"/>
      </p:bgRef>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54B8B42-1FAE-0461-C13E-F2663EC89061}"/>
              </a:ext>
            </a:extLst>
          </p:cNvPr>
          <p:cNvSpPr/>
          <p:nvPr/>
        </p:nvSpPr>
        <p:spPr>
          <a:xfrm>
            <a:off x="0" y="0"/>
            <a:ext cx="12192000" cy="6858000"/>
          </a:xfrm>
          <a:prstGeom prst="rect">
            <a:avLst/>
          </a:prstGeom>
          <a:solidFill>
            <a:schemeClr val="accent5">
              <a:lumMod val="40000"/>
              <a:lumOff val="60000"/>
              <a:alpha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693103" y="1493520"/>
            <a:ext cx="8805794" cy="3911600"/>
          </a:xfrm>
        </p:spPr>
        <p:txBody>
          <a:bodyPr anchor="ctr">
            <a:normAutofit/>
          </a:bodyPr>
          <a:lstStyle>
            <a:lvl1pPr marL="0" indent="0" algn="ctr">
              <a:lnSpc>
                <a:spcPct val="110000"/>
              </a:lnSpc>
              <a:buNone/>
              <a:defRPr sz="5400" b="0">
                <a:solidFill>
                  <a:schemeClr val="tx2">
                    <a:alpha val="90000"/>
                  </a:schemeClr>
                </a:solidFill>
                <a:latin typeface="+mj-lt"/>
              </a:defRPr>
            </a:lvl1pPr>
            <a:lvl2pPr marL="228600" indent="0" algn="ctr">
              <a:lnSpc>
                <a:spcPct val="110000"/>
              </a:lnSpc>
              <a:buNone/>
              <a:defRPr sz="4800" b="0">
                <a:solidFill>
                  <a:schemeClr val="tx2">
                    <a:alpha val="90000"/>
                  </a:schemeClr>
                </a:solidFill>
                <a:latin typeface="+mj-lt"/>
              </a:defRPr>
            </a:lvl2pPr>
            <a:lvl3pPr marL="457200" indent="0" algn="ctr">
              <a:lnSpc>
                <a:spcPct val="110000"/>
              </a:lnSpc>
              <a:buNone/>
              <a:defRPr sz="4400" b="0">
                <a:solidFill>
                  <a:schemeClr val="tx2">
                    <a:alpha val="90000"/>
                  </a:schemeClr>
                </a:solidFill>
                <a:latin typeface="+mj-lt"/>
              </a:defRPr>
            </a:lvl3pPr>
            <a:lvl4pPr marL="685800" indent="0" algn="ctr">
              <a:lnSpc>
                <a:spcPct val="110000"/>
              </a:lnSpc>
              <a:buNone/>
              <a:defRPr sz="4000" b="0">
                <a:solidFill>
                  <a:schemeClr val="tx2">
                    <a:alpha val="90000"/>
                  </a:schemeClr>
                </a:solidFill>
                <a:latin typeface="+mj-lt"/>
              </a:defRPr>
            </a:lvl4pPr>
            <a:lvl5pPr marL="914400" indent="0" algn="ctr">
              <a:lnSpc>
                <a:spcPct val="110000"/>
              </a:lnSpc>
              <a:buNone/>
              <a:defRPr sz="3600" b="0">
                <a:solidFill>
                  <a:schemeClr val="tx2">
                    <a:alpha val="90000"/>
                  </a:schemeClr>
                </a:solidFill>
                <a:latin typeface="+mj-lt"/>
              </a:defRPr>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a:xfrm>
            <a:off x="640080" y="6445997"/>
            <a:ext cx="3949302" cy="365125"/>
          </a:xfrm>
        </p:spPr>
        <p:txBody>
          <a:bodyPr/>
          <a:lstStyle>
            <a:lvl1pPr>
              <a:defRPr>
                <a:solidFill>
                  <a:schemeClr val="tx2"/>
                </a:solidFill>
              </a:defRPr>
            </a:lvl1pPr>
          </a:lstStyle>
          <a:p>
            <a:r>
              <a:rPr lang="en-US"/>
              <a:t>Sample 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tx2"/>
                </a:solidFill>
              </a:defRPr>
            </a:lvl1pPr>
          </a:lstStyle>
          <a:p>
            <a:fld id="{DBF456FA-CA72-4459-B86B-03B2C85DD46A}" type="datetime1">
              <a:rPr lang="en-US" smtClean="0"/>
              <a:t>11/30/2025</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tx2"/>
                </a:solidFill>
              </a:defRPr>
            </a:lvl1pPr>
          </a:lstStyle>
          <a:p>
            <a:fld id="{DDF60B60-82CA-4BB9-BA6E-A62FADF2374B}" type="slidenum">
              <a:rPr lang="en-US" smtClean="0"/>
              <a:t>‹#›</a:t>
            </a:fld>
            <a:endParaRPr lang="en-US"/>
          </a:p>
        </p:txBody>
      </p:sp>
      <p:cxnSp>
        <p:nvCxnSpPr>
          <p:cNvPr id="9" name="Straight Connector 8">
            <a:extLst>
              <a:ext uri="{FF2B5EF4-FFF2-40B4-BE49-F238E27FC236}">
                <a16:creationId xmlns:a16="http://schemas.microsoft.com/office/drawing/2014/main" id="{6C547212-589F-3A5C-2FF7-4E576B86E3A3}"/>
              </a:ext>
            </a:extLst>
          </p:cNvPr>
          <p:cNvCxnSpPr>
            <a:cxnSpLocks/>
          </p:cNvCxnSpPr>
          <p:nvPr/>
        </p:nvCxnSpPr>
        <p:spPr>
          <a:xfrm flipH="1">
            <a:off x="0" y="6398068"/>
            <a:ext cx="12192000" cy="0"/>
          </a:xfrm>
          <a:prstGeom prst="line">
            <a:avLst/>
          </a:prstGeom>
          <a:ln w="9525">
            <a:solidFill>
              <a:schemeClr val="bg2">
                <a:alpha val="40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440E2472-A2D0-B3C4-1592-E709B2EC9AD6}"/>
              </a:ext>
            </a:extLst>
          </p:cNvPr>
          <p:cNvCxnSpPr>
            <a:cxnSpLocks/>
          </p:cNvCxnSpPr>
          <p:nvPr/>
        </p:nvCxnSpPr>
        <p:spPr>
          <a:xfrm>
            <a:off x="457200" y="0"/>
            <a:ext cx="0" cy="6858000"/>
          </a:xfrm>
          <a:prstGeom prst="line">
            <a:avLst/>
          </a:prstGeom>
          <a:ln w="9525">
            <a:solidFill>
              <a:schemeClr val="bg2">
                <a:alpha val="40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2F95E0B8-C6C3-8095-D53F-FB618E39D7CE}"/>
              </a:ext>
            </a:extLst>
          </p:cNvPr>
          <p:cNvCxnSpPr>
            <a:cxnSpLocks/>
          </p:cNvCxnSpPr>
          <p:nvPr/>
        </p:nvCxnSpPr>
        <p:spPr>
          <a:xfrm flipH="1">
            <a:off x="0" y="459932"/>
            <a:ext cx="12192000" cy="0"/>
          </a:xfrm>
          <a:prstGeom prst="line">
            <a:avLst/>
          </a:prstGeom>
          <a:ln w="9525">
            <a:solidFill>
              <a:schemeClr val="bg2">
                <a:alpha val="40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DAD2DF78-237E-1E21-906C-273460F55F55}"/>
              </a:ext>
            </a:extLst>
          </p:cNvPr>
          <p:cNvCxnSpPr>
            <a:cxnSpLocks/>
          </p:cNvCxnSpPr>
          <p:nvPr/>
        </p:nvCxnSpPr>
        <p:spPr>
          <a:xfrm>
            <a:off x="11734800" y="0"/>
            <a:ext cx="0" cy="6858000"/>
          </a:xfrm>
          <a:prstGeom prst="line">
            <a:avLst/>
          </a:prstGeom>
          <a:ln w="9525">
            <a:solidFill>
              <a:schemeClr val="bg2">
                <a:alpha val="4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33551971"/>
      </p:ext>
    </p:extLst>
  </p:cSld>
  <p:clrMapOvr>
    <a:overrideClrMapping bg1="lt1" tx1="dk1" bg2="lt2" tx2="dk2" accent1="accent1" accent2="accent2" accent3="accent3" accent4="accent4" accent5="accent5" accent6="accent6" hlink="hlink" folHlink="folHlink"/>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Statement 4">
    <p:bg>
      <p:bgRef idx="1001">
        <a:schemeClr val="bg2"/>
      </p:bgRef>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EAF5849-739D-C101-47C3-B7745B65C36B}"/>
              </a:ext>
            </a:extLst>
          </p:cNvPr>
          <p:cNvSpPr/>
          <p:nvPr/>
        </p:nvSpPr>
        <p:spPr>
          <a:xfrm>
            <a:off x="0" y="0"/>
            <a:ext cx="12192000" cy="6858000"/>
          </a:xfrm>
          <a:prstGeom prst="rect">
            <a:avLst/>
          </a:prstGeom>
          <a:solidFill>
            <a:schemeClr val="accent5">
              <a:lumMod val="40000"/>
              <a:lumOff val="60000"/>
              <a:alpha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457201" y="726618"/>
            <a:ext cx="9057452" cy="3959677"/>
          </a:xfrm>
        </p:spPr>
        <p:txBody>
          <a:bodyPr anchor="ctr">
            <a:noAutofit/>
          </a:bodyPr>
          <a:lstStyle>
            <a:lvl1pPr marL="0" indent="0">
              <a:lnSpc>
                <a:spcPct val="100000"/>
              </a:lnSpc>
              <a:buNone/>
              <a:defRPr sz="6200" b="0">
                <a:solidFill>
                  <a:schemeClr val="tx2">
                    <a:alpha val="90000"/>
                  </a:schemeClr>
                </a:solidFill>
                <a:latin typeface="+mj-lt"/>
              </a:defRPr>
            </a:lvl1pPr>
            <a:lvl2pPr marL="228600" indent="0">
              <a:lnSpc>
                <a:spcPct val="100000"/>
              </a:lnSpc>
              <a:buNone/>
              <a:defRPr sz="6200" b="0">
                <a:solidFill>
                  <a:schemeClr val="tx2">
                    <a:alpha val="90000"/>
                  </a:schemeClr>
                </a:solidFill>
                <a:latin typeface="+mj-lt"/>
              </a:defRPr>
            </a:lvl2pPr>
            <a:lvl3pPr marL="457200" indent="0">
              <a:lnSpc>
                <a:spcPct val="100000"/>
              </a:lnSpc>
              <a:buNone/>
              <a:defRPr sz="6200" b="0">
                <a:solidFill>
                  <a:schemeClr val="tx2">
                    <a:alpha val="90000"/>
                  </a:schemeClr>
                </a:solidFill>
                <a:latin typeface="+mj-lt"/>
              </a:defRPr>
            </a:lvl3pPr>
            <a:lvl4pPr marL="685800" indent="0">
              <a:lnSpc>
                <a:spcPct val="100000"/>
              </a:lnSpc>
              <a:buNone/>
              <a:defRPr sz="6200" b="0">
                <a:solidFill>
                  <a:schemeClr val="tx2">
                    <a:alpha val="90000"/>
                  </a:schemeClr>
                </a:solidFill>
                <a:latin typeface="+mj-lt"/>
              </a:defRPr>
            </a:lvl4pPr>
            <a:lvl5pPr marL="914400" indent="0">
              <a:lnSpc>
                <a:spcPct val="100000"/>
              </a:lnSpc>
              <a:buNone/>
              <a:defRPr sz="6200" b="0">
                <a:solidFill>
                  <a:schemeClr val="tx2">
                    <a:alpha val="90000"/>
                  </a:schemeClr>
                </a:solidFill>
                <a:latin typeface="+mj-lt"/>
              </a:defRPr>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a:xfrm>
            <a:off x="457200" y="6445997"/>
            <a:ext cx="3949302" cy="365125"/>
          </a:xfrm>
        </p:spPr>
        <p:txBody>
          <a:bodyPr/>
          <a:lstStyle>
            <a:lvl1pPr>
              <a:defRPr>
                <a:solidFill>
                  <a:schemeClr val="tx2"/>
                </a:solidFill>
              </a:defRPr>
            </a:lvl1pPr>
          </a:lstStyle>
          <a:p>
            <a:r>
              <a:rPr lang="en-US"/>
              <a:t>Sample 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tx2"/>
                </a:solidFill>
              </a:defRPr>
            </a:lvl1pPr>
          </a:lstStyle>
          <a:p>
            <a:fld id="{B3EC1153-D263-4C11-8011-CBFFD9730DCE}" type="datetime1">
              <a:rPr lang="en-US" smtClean="0"/>
              <a:t>11/30/2025</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tx2"/>
                </a:solidFill>
              </a:defRPr>
            </a:lvl1pPr>
          </a:lstStyle>
          <a:p>
            <a:fld id="{DDF60B60-82CA-4BB9-BA6E-A62FADF2374B}" type="slidenum">
              <a:rPr lang="en-US" smtClean="0"/>
              <a:t>‹#›</a:t>
            </a:fld>
            <a:endParaRPr lang="en-US"/>
          </a:p>
        </p:txBody>
      </p:sp>
      <p:cxnSp>
        <p:nvCxnSpPr>
          <p:cNvPr id="6" name="Straight Connector 5">
            <a:extLst>
              <a:ext uri="{FF2B5EF4-FFF2-40B4-BE49-F238E27FC236}">
                <a16:creationId xmlns:a16="http://schemas.microsoft.com/office/drawing/2014/main" id="{7E668AFA-4F03-20A8-1BA4-B3199B0ED0C7}"/>
              </a:ext>
            </a:extLst>
          </p:cNvPr>
          <p:cNvCxnSpPr>
            <a:cxnSpLocks/>
          </p:cNvCxnSpPr>
          <p:nvPr/>
        </p:nvCxnSpPr>
        <p:spPr>
          <a:xfrm flipH="1">
            <a:off x="0" y="5284684"/>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22798B79-8105-6FCD-C65A-F6BE09F875EB}"/>
              </a:ext>
            </a:extLst>
          </p:cNvPr>
          <p:cNvCxnSpPr>
            <a:cxnSpLocks/>
          </p:cNvCxnSpPr>
          <p:nvPr/>
        </p:nvCxnSpPr>
        <p:spPr>
          <a:xfrm>
            <a:off x="10624726"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91580160"/>
      </p:ext>
    </p:extLst>
  </p:cSld>
  <p:clrMapOvr>
    <a:overrideClrMapping bg1="lt1" tx1="dk1" bg2="lt2" tx2="dk2" accent1="accent1" accent2="accent2" accent3="accent3" accent4="accent4" accent5="accent5" accent6="accent6" hlink="hlink" folHlink="folHlink"/>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Quote">
    <p:bg>
      <p:bgRef idx="1001">
        <a:schemeClr val="bg2"/>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947DCC75-46A1-9953-9459-89672E9805A8}"/>
              </a:ext>
            </a:extLst>
          </p:cNvPr>
          <p:cNvSpPr/>
          <p:nvPr/>
        </p:nvSpPr>
        <p:spPr>
          <a:xfrm>
            <a:off x="0" y="0"/>
            <a:ext cx="12192000" cy="6858000"/>
          </a:xfrm>
          <a:prstGeom prst="rect">
            <a:avLst/>
          </a:prstGeom>
          <a:solidFill>
            <a:schemeClr val="accent1">
              <a:lumMod val="40000"/>
              <a:lumOff val="60000"/>
              <a:alpha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23F0761-EA67-F7D1-62E4-095EADA262F0}"/>
              </a:ext>
            </a:extLst>
          </p:cNvPr>
          <p:cNvSpPr>
            <a:spLocks noGrp="1"/>
          </p:cNvSpPr>
          <p:nvPr>
            <p:ph type="title" hasCustomPrompt="1"/>
          </p:nvPr>
        </p:nvSpPr>
        <p:spPr>
          <a:xfrm>
            <a:off x="1562100" y="5549186"/>
            <a:ext cx="9199563" cy="653184"/>
          </a:xfrm>
        </p:spPr>
        <p:txBody>
          <a:bodyPr anchor="ctr">
            <a:normAutofit/>
          </a:bodyPr>
          <a:lstStyle>
            <a:lvl1pPr>
              <a:lnSpc>
                <a:spcPct val="120000"/>
              </a:lnSpc>
              <a:defRPr sz="1800" b="1" cap="all" spc="100" baseline="0">
                <a:solidFill>
                  <a:schemeClr val="accent4">
                    <a:lumMod val="75000"/>
                  </a:schemeClr>
                </a:solidFill>
                <a:latin typeface="+mn-lt"/>
              </a:defRPr>
            </a:lvl1pPr>
          </a:lstStyle>
          <a:p>
            <a:r>
              <a:rPr lang="en-US"/>
              <a:t>Quote Author</a:t>
            </a:r>
          </a:p>
        </p:txBody>
      </p:sp>
      <p:sp>
        <p:nvSpPr>
          <p:cNvPr id="10" name="Content Placeholder 9">
            <a:extLst>
              <a:ext uri="{FF2B5EF4-FFF2-40B4-BE49-F238E27FC236}">
                <a16:creationId xmlns:a16="http://schemas.microsoft.com/office/drawing/2014/main" id="{636EB602-83B2-B4EE-7805-FB94B7747666}"/>
              </a:ext>
            </a:extLst>
          </p:cNvPr>
          <p:cNvSpPr>
            <a:spLocks noGrp="1"/>
          </p:cNvSpPr>
          <p:nvPr>
            <p:ph sz="quarter" idx="14" hasCustomPrompt="1"/>
          </p:nvPr>
        </p:nvSpPr>
        <p:spPr>
          <a:xfrm>
            <a:off x="1562100" y="823913"/>
            <a:ext cx="9199563" cy="3614737"/>
          </a:xfrm>
        </p:spPr>
        <p:txBody>
          <a:bodyPr anchor="ctr">
            <a:normAutofit/>
          </a:bodyPr>
          <a:lstStyle>
            <a:lvl1pPr marL="182880" indent="-182880">
              <a:buNone/>
              <a:defRPr sz="4000">
                <a:solidFill>
                  <a:schemeClr val="accent4">
                    <a:lumMod val="75000"/>
                  </a:schemeClr>
                </a:solidFill>
                <a:latin typeface="+mj-lt"/>
              </a:defRPr>
            </a:lvl1pPr>
          </a:lstStyle>
          <a:p>
            <a:pPr lvl="0"/>
            <a:r>
              <a:rPr lang="en-US"/>
              <a:t>Click to edit Quote</a:t>
            </a:r>
          </a:p>
        </p:txBody>
      </p:sp>
      <p:sp>
        <p:nvSpPr>
          <p:cNvPr id="4" name="Footer Placeholder 3">
            <a:extLst>
              <a:ext uri="{FF2B5EF4-FFF2-40B4-BE49-F238E27FC236}">
                <a16:creationId xmlns:a16="http://schemas.microsoft.com/office/drawing/2014/main" id="{B54C2DF4-76B6-1299-74E1-66F403C01A3C}"/>
              </a:ext>
            </a:extLst>
          </p:cNvPr>
          <p:cNvSpPr>
            <a:spLocks noGrp="1"/>
          </p:cNvSpPr>
          <p:nvPr>
            <p:ph type="ftr" sz="quarter" idx="11"/>
          </p:nvPr>
        </p:nvSpPr>
        <p:spPr>
          <a:xfrm>
            <a:off x="685800" y="6445997"/>
            <a:ext cx="3949302" cy="365125"/>
          </a:xfrm>
        </p:spPr>
        <p:txBody>
          <a:bodyPr/>
          <a:lstStyle>
            <a:lvl1pPr>
              <a:defRPr>
                <a:solidFill>
                  <a:schemeClr val="tx2"/>
                </a:solidFill>
              </a:defRPr>
            </a:lvl1pPr>
          </a:lstStyle>
          <a:p>
            <a:r>
              <a:rPr lang="en-US"/>
              <a:t>Sample Footer Text</a:t>
            </a:r>
          </a:p>
        </p:txBody>
      </p:sp>
      <p:sp>
        <p:nvSpPr>
          <p:cNvPr id="3" name="Date Placeholder 2">
            <a:extLst>
              <a:ext uri="{FF2B5EF4-FFF2-40B4-BE49-F238E27FC236}">
                <a16:creationId xmlns:a16="http://schemas.microsoft.com/office/drawing/2014/main" id="{49A78CD0-57A9-DB86-E3A3-40628E6D68B7}"/>
              </a:ext>
            </a:extLst>
          </p:cNvPr>
          <p:cNvSpPr>
            <a:spLocks noGrp="1"/>
          </p:cNvSpPr>
          <p:nvPr>
            <p:ph type="dt" sz="half" idx="10"/>
          </p:nvPr>
        </p:nvSpPr>
        <p:spPr/>
        <p:txBody>
          <a:bodyPr/>
          <a:lstStyle>
            <a:lvl1pPr>
              <a:defRPr>
                <a:solidFill>
                  <a:schemeClr val="tx2"/>
                </a:solidFill>
              </a:defRPr>
            </a:lvl1pPr>
          </a:lstStyle>
          <a:p>
            <a:fld id="{192870C0-88BC-4B78-A088-30393EC7D39C}" type="datetime1">
              <a:rPr lang="en-US" smtClean="0"/>
              <a:t>11/30/2025</a:t>
            </a:fld>
            <a:endParaRPr lang="en-US"/>
          </a:p>
        </p:txBody>
      </p:sp>
      <p:sp>
        <p:nvSpPr>
          <p:cNvPr id="5" name="Slide Number Placeholder 4">
            <a:extLst>
              <a:ext uri="{FF2B5EF4-FFF2-40B4-BE49-F238E27FC236}">
                <a16:creationId xmlns:a16="http://schemas.microsoft.com/office/drawing/2014/main" id="{2535CA15-3DFE-125B-C658-77179EDEA2F0}"/>
              </a:ext>
            </a:extLst>
          </p:cNvPr>
          <p:cNvSpPr>
            <a:spLocks noGrp="1"/>
          </p:cNvSpPr>
          <p:nvPr>
            <p:ph type="sldNum" sz="quarter" idx="12"/>
          </p:nvPr>
        </p:nvSpPr>
        <p:spPr/>
        <p:txBody>
          <a:bodyPr/>
          <a:lstStyle>
            <a:lvl1pPr>
              <a:defRPr>
                <a:solidFill>
                  <a:schemeClr val="tx2"/>
                </a:solidFill>
              </a:defRPr>
            </a:lvl1pPr>
          </a:lstStyle>
          <a:p>
            <a:fld id="{DDF60B60-82CA-4BB9-BA6E-A62FADF2374B}" type="slidenum">
              <a:rPr lang="en-US" smtClean="0"/>
              <a:t>‹#›</a:t>
            </a:fld>
            <a:endParaRPr lang="en-US"/>
          </a:p>
        </p:txBody>
      </p:sp>
      <p:cxnSp>
        <p:nvCxnSpPr>
          <p:cNvPr id="6" name="Straight Connector 5">
            <a:extLst>
              <a:ext uri="{FF2B5EF4-FFF2-40B4-BE49-F238E27FC236}">
                <a16:creationId xmlns:a16="http://schemas.microsoft.com/office/drawing/2014/main" id="{741338F2-C5CE-45A7-7748-138B348BA1E7}"/>
              </a:ext>
            </a:extLst>
          </p:cNvPr>
          <p:cNvCxnSpPr>
            <a:cxnSpLocks/>
          </p:cNvCxnSpPr>
          <p:nvPr/>
        </p:nvCxnSpPr>
        <p:spPr>
          <a:xfrm>
            <a:off x="457200" y="0"/>
            <a:ext cx="0" cy="6858000"/>
          </a:xfrm>
          <a:prstGeom prst="line">
            <a:avLst/>
          </a:prstGeom>
          <a:ln w="9525">
            <a:solidFill>
              <a:schemeClr val="tx2">
                <a:alpha val="30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A14CFB94-8AB3-65DB-0B12-EC4F7DAAEBF7}"/>
              </a:ext>
            </a:extLst>
          </p:cNvPr>
          <p:cNvCxnSpPr>
            <a:cxnSpLocks/>
          </p:cNvCxnSpPr>
          <p:nvPr/>
        </p:nvCxnSpPr>
        <p:spPr>
          <a:xfrm flipH="1">
            <a:off x="0" y="5043721"/>
            <a:ext cx="12192000" cy="0"/>
          </a:xfrm>
          <a:prstGeom prst="line">
            <a:avLst/>
          </a:prstGeom>
          <a:ln w="9525">
            <a:solidFill>
              <a:schemeClr val="tx2">
                <a:alpha val="3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25546094"/>
      </p:ext>
    </p:extLst>
  </p:cSld>
  <p:clrMapOvr>
    <a:overrideClrMapping bg1="lt1" tx1="dk1" bg2="lt2" tx2="dk2" accent1="accent1" accent2="accent2" accent3="accent3" accent4="accent4" accent5="accent5" accent6="accent6" hlink="hlink" folHlink="folHlink"/>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Quote 2">
    <p:bg>
      <p:bgRef idx="1001">
        <a:schemeClr val="bg2"/>
      </p:bgRef>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3C0E8326-1507-F48A-851B-53763210D1ED}"/>
              </a:ext>
            </a:extLst>
          </p:cNvPr>
          <p:cNvSpPr/>
          <p:nvPr/>
        </p:nvSpPr>
        <p:spPr>
          <a:xfrm>
            <a:off x="0" y="0"/>
            <a:ext cx="12192000" cy="6858000"/>
          </a:xfrm>
          <a:prstGeom prst="rect">
            <a:avLst/>
          </a:prstGeom>
          <a:solidFill>
            <a:schemeClr val="accent1">
              <a:lumMod val="20000"/>
              <a:lumOff val="80000"/>
              <a:alpha val="9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23F0761-EA67-F7D1-62E4-095EADA262F0}"/>
              </a:ext>
            </a:extLst>
          </p:cNvPr>
          <p:cNvSpPr>
            <a:spLocks noGrp="1"/>
          </p:cNvSpPr>
          <p:nvPr>
            <p:ph type="title" hasCustomPrompt="1"/>
          </p:nvPr>
        </p:nvSpPr>
        <p:spPr>
          <a:xfrm>
            <a:off x="1562100" y="5549186"/>
            <a:ext cx="7900414" cy="653184"/>
          </a:xfrm>
        </p:spPr>
        <p:txBody>
          <a:bodyPr anchor="ctr">
            <a:normAutofit/>
          </a:bodyPr>
          <a:lstStyle>
            <a:lvl1pPr>
              <a:lnSpc>
                <a:spcPct val="120000"/>
              </a:lnSpc>
              <a:defRPr sz="1800" b="1" cap="all" spc="100" baseline="0">
                <a:solidFill>
                  <a:schemeClr val="accent1"/>
                </a:solidFill>
                <a:latin typeface="+mn-lt"/>
              </a:defRPr>
            </a:lvl1pPr>
          </a:lstStyle>
          <a:p>
            <a:r>
              <a:rPr lang="en-US"/>
              <a:t>Quote Author</a:t>
            </a:r>
          </a:p>
        </p:txBody>
      </p:sp>
      <p:sp>
        <p:nvSpPr>
          <p:cNvPr id="10" name="Content Placeholder 9">
            <a:extLst>
              <a:ext uri="{FF2B5EF4-FFF2-40B4-BE49-F238E27FC236}">
                <a16:creationId xmlns:a16="http://schemas.microsoft.com/office/drawing/2014/main" id="{636EB602-83B2-B4EE-7805-FB94B7747666}"/>
              </a:ext>
            </a:extLst>
          </p:cNvPr>
          <p:cNvSpPr>
            <a:spLocks noGrp="1"/>
          </p:cNvSpPr>
          <p:nvPr>
            <p:ph sz="quarter" idx="14" hasCustomPrompt="1"/>
          </p:nvPr>
        </p:nvSpPr>
        <p:spPr>
          <a:xfrm>
            <a:off x="1562100" y="823913"/>
            <a:ext cx="7900416" cy="3614737"/>
          </a:xfrm>
        </p:spPr>
        <p:txBody>
          <a:bodyPr anchor="ctr">
            <a:normAutofit/>
          </a:bodyPr>
          <a:lstStyle>
            <a:lvl1pPr marL="182880" indent="-182880">
              <a:buNone/>
              <a:defRPr sz="4000">
                <a:solidFill>
                  <a:schemeClr val="tx2">
                    <a:alpha val="80000"/>
                  </a:schemeClr>
                </a:solidFill>
                <a:latin typeface="+mj-lt"/>
              </a:defRPr>
            </a:lvl1pPr>
          </a:lstStyle>
          <a:p>
            <a:pPr lvl="0"/>
            <a:r>
              <a:rPr lang="en-US"/>
              <a:t>Click to edit Quote</a:t>
            </a:r>
          </a:p>
        </p:txBody>
      </p:sp>
      <p:sp>
        <p:nvSpPr>
          <p:cNvPr id="4" name="Footer Placeholder 3">
            <a:extLst>
              <a:ext uri="{FF2B5EF4-FFF2-40B4-BE49-F238E27FC236}">
                <a16:creationId xmlns:a16="http://schemas.microsoft.com/office/drawing/2014/main" id="{B54C2DF4-76B6-1299-74E1-66F403C01A3C}"/>
              </a:ext>
            </a:extLst>
          </p:cNvPr>
          <p:cNvSpPr>
            <a:spLocks noGrp="1"/>
          </p:cNvSpPr>
          <p:nvPr>
            <p:ph type="ftr" sz="quarter" idx="11"/>
          </p:nvPr>
        </p:nvSpPr>
        <p:spPr/>
        <p:txBody>
          <a:bodyPr/>
          <a:lstStyle>
            <a:lvl1pPr>
              <a:defRPr>
                <a:solidFill>
                  <a:schemeClr val="tx2"/>
                </a:solidFill>
              </a:defRPr>
            </a:lvl1pPr>
          </a:lstStyle>
          <a:p>
            <a:r>
              <a:rPr lang="en-US"/>
              <a:t>Sample Footer Text</a:t>
            </a:r>
          </a:p>
        </p:txBody>
      </p:sp>
      <p:sp>
        <p:nvSpPr>
          <p:cNvPr id="3" name="Date Placeholder 2">
            <a:extLst>
              <a:ext uri="{FF2B5EF4-FFF2-40B4-BE49-F238E27FC236}">
                <a16:creationId xmlns:a16="http://schemas.microsoft.com/office/drawing/2014/main" id="{49A78CD0-57A9-DB86-E3A3-40628E6D68B7}"/>
              </a:ext>
            </a:extLst>
          </p:cNvPr>
          <p:cNvSpPr>
            <a:spLocks noGrp="1"/>
          </p:cNvSpPr>
          <p:nvPr>
            <p:ph type="dt" sz="half" idx="10"/>
          </p:nvPr>
        </p:nvSpPr>
        <p:spPr/>
        <p:txBody>
          <a:bodyPr/>
          <a:lstStyle>
            <a:lvl1pPr>
              <a:defRPr>
                <a:solidFill>
                  <a:schemeClr val="tx2"/>
                </a:solidFill>
              </a:defRPr>
            </a:lvl1pPr>
          </a:lstStyle>
          <a:p>
            <a:fld id="{D49EA2AE-D036-4E26-95AB-9605EDE53986}" type="datetime1">
              <a:rPr lang="en-US" smtClean="0"/>
              <a:t>11/30/2025</a:t>
            </a:fld>
            <a:endParaRPr lang="en-US"/>
          </a:p>
        </p:txBody>
      </p:sp>
      <p:sp>
        <p:nvSpPr>
          <p:cNvPr id="5" name="Slide Number Placeholder 4">
            <a:extLst>
              <a:ext uri="{FF2B5EF4-FFF2-40B4-BE49-F238E27FC236}">
                <a16:creationId xmlns:a16="http://schemas.microsoft.com/office/drawing/2014/main" id="{2535CA15-3DFE-125B-C658-77179EDEA2F0}"/>
              </a:ext>
            </a:extLst>
          </p:cNvPr>
          <p:cNvSpPr>
            <a:spLocks noGrp="1"/>
          </p:cNvSpPr>
          <p:nvPr>
            <p:ph type="sldNum" sz="quarter" idx="12"/>
          </p:nvPr>
        </p:nvSpPr>
        <p:spPr/>
        <p:txBody>
          <a:bodyPr/>
          <a:lstStyle>
            <a:lvl1pPr>
              <a:defRPr>
                <a:solidFill>
                  <a:schemeClr val="tx2"/>
                </a:solidFill>
              </a:defRPr>
            </a:lvl1pPr>
          </a:lstStyle>
          <a:p>
            <a:fld id="{DDF60B60-82CA-4BB9-BA6E-A62FADF2374B}" type="slidenum">
              <a:rPr lang="en-US" smtClean="0"/>
              <a:t>‹#›</a:t>
            </a:fld>
            <a:endParaRPr lang="en-US"/>
          </a:p>
        </p:txBody>
      </p:sp>
      <p:cxnSp>
        <p:nvCxnSpPr>
          <p:cNvPr id="7" name="Straight Connector 6">
            <a:extLst>
              <a:ext uri="{FF2B5EF4-FFF2-40B4-BE49-F238E27FC236}">
                <a16:creationId xmlns:a16="http://schemas.microsoft.com/office/drawing/2014/main" id="{207475CC-2E7D-619F-AFAD-0EB2BC1DFC40}"/>
              </a:ext>
            </a:extLst>
          </p:cNvPr>
          <p:cNvCxnSpPr>
            <a:cxnSpLocks/>
          </p:cNvCxnSpPr>
          <p:nvPr/>
        </p:nvCxnSpPr>
        <p:spPr>
          <a:xfrm flipH="1">
            <a:off x="0" y="5043721"/>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AD81F4D6-9057-EF87-48BE-0C6D4ADC8BC6}"/>
              </a:ext>
            </a:extLst>
          </p:cNvPr>
          <p:cNvCxnSpPr>
            <a:cxnSpLocks/>
          </p:cNvCxnSpPr>
          <p:nvPr/>
        </p:nvCxnSpPr>
        <p:spPr>
          <a:xfrm>
            <a:off x="10337077"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37916580"/>
      </p:ext>
    </p:extLst>
  </p:cSld>
  <p:clrMapOvr>
    <a:overrideClrMapping bg1="lt1" tx1="dk1" bg2="lt2" tx2="dk2" accent1="accent1" accent2="accent2" accent3="accent3" accent4="accent4" accent5="accent5" accent6="accent6" hlink="hlink" folHlink="folHlink"/>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Quote 3">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A8407D4A-1244-6A47-327B-CDB05AF70268}"/>
              </a:ext>
            </a:extLst>
          </p:cNvPr>
          <p:cNvSpPr/>
          <p:nvPr/>
        </p:nvSpPr>
        <p:spPr>
          <a:xfrm>
            <a:off x="0" y="0"/>
            <a:ext cx="12192000" cy="6858000"/>
          </a:xfrm>
          <a:prstGeom prst="rect">
            <a:avLst/>
          </a:prstGeom>
          <a:solidFill>
            <a:schemeClr val="accent3">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23F0761-EA67-F7D1-62E4-095EADA262F0}"/>
              </a:ext>
            </a:extLst>
          </p:cNvPr>
          <p:cNvSpPr>
            <a:spLocks noGrp="1"/>
          </p:cNvSpPr>
          <p:nvPr>
            <p:ph type="title" hasCustomPrompt="1"/>
          </p:nvPr>
        </p:nvSpPr>
        <p:spPr>
          <a:xfrm>
            <a:off x="1562100" y="5549186"/>
            <a:ext cx="7982709" cy="653184"/>
          </a:xfrm>
        </p:spPr>
        <p:txBody>
          <a:bodyPr anchor="ctr">
            <a:normAutofit/>
          </a:bodyPr>
          <a:lstStyle>
            <a:lvl1pPr>
              <a:lnSpc>
                <a:spcPct val="120000"/>
              </a:lnSpc>
              <a:defRPr sz="1800" b="1" cap="all" spc="100" baseline="0">
                <a:solidFill>
                  <a:schemeClr val="tx2"/>
                </a:solidFill>
                <a:latin typeface="+mn-lt"/>
              </a:defRPr>
            </a:lvl1pPr>
          </a:lstStyle>
          <a:p>
            <a:r>
              <a:rPr lang="en-US"/>
              <a:t>Quote Author</a:t>
            </a:r>
          </a:p>
        </p:txBody>
      </p:sp>
      <p:sp>
        <p:nvSpPr>
          <p:cNvPr id="10" name="Content Placeholder 9">
            <a:extLst>
              <a:ext uri="{FF2B5EF4-FFF2-40B4-BE49-F238E27FC236}">
                <a16:creationId xmlns:a16="http://schemas.microsoft.com/office/drawing/2014/main" id="{636EB602-83B2-B4EE-7805-FB94B7747666}"/>
              </a:ext>
            </a:extLst>
          </p:cNvPr>
          <p:cNvSpPr>
            <a:spLocks noGrp="1"/>
          </p:cNvSpPr>
          <p:nvPr>
            <p:ph sz="quarter" idx="14" hasCustomPrompt="1"/>
          </p:nvPr>
        </p:nvSpPr>
        <p:spPr>
          <a:xfrm>
            <a:off x="1562100" y="823913"/>
            <a:ext cx="7982712" cy="3614737"/>
          </a:xfrm>
        </p:spPr>
        <p:txBody>
          <a:bodyPr anchor="ctr">
            <a:normAutofit/>
          </a:bodyPr>
          <a:lstStyle>
            <a:lvl1pPr marL="182880" indent="-182880">
              <a:buNone/>
              <a:defRPr sz="3600">
                <a:solidFill>
                  <a:schemeClr val="tx2"/>
                </a:solidFill>
                <a:latin typeface="+mj-lt"/>
              </a:defRPr>
            </a:lvl1pPr>
          </a:lstStyle>
          <a:p>
            <a:pPr lvl="0"/>
            <a:r>
              <a:rPr lang="en-US"/>
              <a:t>Click to edit Quote</a:t>
            </a:r>
          </a:p>
        </p:txBody>
      </p:sp>
      <p:sp>
        <p:nvSpPr>
          <p:cNvPr id="4" name="Footer Placeholder 3">
            <a:extLst>
              <a:ext uri="{FF2B5EF4-FFF2-40B4-BE49-F238E27FC236}">
                <a16:creationId xmlns:a16="http://schemas.microsoft.com/office/drawing/2014/main" id="{B54C2DF4-76B6-1299-74E1-66F403C01A3C}"/>
              </a:ext>
            </a:extLst>
          </p:cNvPr>
          <p:cNvSpPr>
            <a:spLocks noGrp="1"/>
          </p:cNvSpPr>
          <p:nvPr>
            <p:ph type="ftr" sz="quarter" idx="11"/>
          </p:nvPr>
        </p:nvSpPr>
        <p:spPr>
          <a:xfrm>
            <a:off x="640080" y="6445997"/>
            <a:ext cx="3949302" cy="365125"/>
          </a:xfrm>
        </p:spPr>
        <p:txBody>
          <a:bodyPr/>
          <a:lstStyle>
            <a:lvl1pPr>
              <a:defRPr>
                <a:solidFill>
                  <a:schemeClr val="tx2"/>
                </a:solidFill>
              </a:defRPr>
            </a:lvl1pPr>
          </a:lstStyle>
          <a:p>
            <a:r>
              <a:rPr lang="en-US"/>
              <a:t>Sample Footer Text</a:t>
            </a:r>
          </a:p>
        </p:txBody>
      </p:sp>
      <p:sp>
        <p:nvSpPr>
          <p:cNvPr id="3" name="Date Placeholder 2">
            <a:extLst>
              <a:ext uri="{FF2B5EF4-FFF2-40B4-BE49-F238E27FC236}">
                <a16:creationId xmlns:a16="http://schemas.microsoft.com/office/drawing/2014/main" id="{49A78CD0-57A9-DB86-E3A3-40628E6D68B7}"/>
              </a:ext>
            </a:extLst>
          </p:cNvPr>
          <p:cNvSpPr>
            <a:spLocks noGrp="1"/>
          </p:cNvSpPr>
          <p:nvPr>
            <p:ph type="dt" sz="half" idx="10"/>
          </p:nvPr>
        </p:nvSpPr>
        <p:spPr/>
        <p:txBody>
          <a:bodyPr/>
          <a:lstStyle>
            <a:lvl1pPr>
              <a:defRPr>
                <a:solidFill>
                  <a:schemeClr val="tx2"/>
                </a:solidFill>
              </a:defRPr>
            </a:lvl1pPr>
          </a:lstStyle>
          <a:p>
            <a:fld id="{2D99B03C-9B9E-4B25-B0F1-2ABF7EE05CC0}" type="datetime1">
              <a:rPr lang="en-US" smtClean="0"/>
              <a:t>11/30/2025</a:t>
            </a:fld>
            <a:endParaRPr lang="en-US"/>
          </a:p>
        </p:txBody>
      </p:sp>
      <p:sp>
        <p:nvSpPr>
          <p:cNvPr id="5" name="Slide Number Placeholder 4">
            <a:extLst>
              <a:ext uri="{FF2B5EF4-FFF2-40B4-BE49-F238E27FC236}">
                <a16:creationId xmlns:a16="http://schemas.microsoft.com/office/drawing/2014/main" id="{2535CA15-3DFE-125B-C658-77179EDEA2F0}"/>
              </a:ext>
            </a:extLst>
          </p:cNvPr>
          <p:cNvSpPr>
            <a:spLocks noGrp="1"/>
          </p:cNvSpPr>
          <p:nvPr>
            <p:ph type="sldNum" sz="quarter" idx="12"/>
          </p:nvPr>
        </p:nvSpPr>
        <p:spPr/>
        <p:txBody>
          <a:bodyPr/>
          <a:lstStyle>
            <a:lvl1pPr>
              <a:defRPr>
                <a:solidFill>
                  <a:schemeClr val="tx2"/>
                </a:solidFill>
              </a:defRPr>
            </a:lvl1pPr>
          </a:lstStyle>
          <a:p>
            <a:fld id="{DDF60B60-82CA-4BB9-BA6E-A62FADF2374B}" type="slidenum">
              <a:rPr lang="en-US" smtClean="0"/>
              <a:t>‹#›</a:t>
            </a:fld>
            <a:endParaRPr lang="en-US"/>
          </a:p>
        </p:txBody>
      </p:sp>
      <p:cxnSp>
        <p:nvCxnSpPr>
          <p:cNvPr id="6" name="Straight Connector 5">
            <a:extLst>
              <a:ext uri="{FF2B5EF4-FFF2-40B4-BE49-F238E27FC236}">
                <a16:creationId xmlns:a16="http://schemas.microsoft.com/office/drawing/2014/main" id="{DBA83050-F737-4CAA-50C3-B1912F8DCD46}"/>
              </a:ext>
            </a:extLst>
          </p:cNvPr>
          <p:cNvCxnSpPr>
            <a:cxnSpLocks/>
          </p:cNvCxnSpPr>
          <p:nvPr/>
        </p:nvCxnSpPr>
        <p:spPr>
          <a:xfrm>
            <a:off x="457200"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ABAC790E-B990-47FD-A7C4-38DEB7A38CA4}"/>
              </a:ext>
            </a:extLst>
          </p:cNvPr>
          <p:cNvCxnSpPr>
            <a:cxnSpLocks/>
          </p:cNvCxnSpPr>
          <p:nvPr/>
        </p:nvCxnSpPr>
        <p:spPr>
          <a:xfrm flipH="1">
            <a:off x="0" y="5043721"/>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82CD9DAA-71D0-AF79-A512-7D264779C222}"/>
              </a:ext>
            </a:extLst>
          </p:cNvPr>
          <p:cNvCxnSpPr>
            <a:cxnSpLocks/>
          </p:cNvCxnSpPr>
          <p:nvPr/>
        </p:nvCxnSpPr>
        <p:spPr>
          <a:xfrm>
            <a:off x="10337077"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32010584"/>
      </p:ext>
    </p:extLst>
  </p:cSld>
  <p:clrMapOvr>
    <a:overrideClrMapping bg1="lt1" tx1="dk1" bg2="lt2" tx2="dk2" accent1="accent1" accent2="accent2" accent3="accent3" accent4="accent4" accent5="accent5" accent6="accent6" hlink="hlink" folHlink="folHlink"/>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Quote 4">
    <p:bg>
      <p:bgRef idx="1001">
        <a:schemeClr val="bg1"/>
      </p:bgRef>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FB63E278-755B-41D3-7218-B797D9B5DF3C}"/>
              </a:ext>
            </a:extLst>
          </p:cNvPr>
          <p:cNvSpPr/>
          <p:nvPr/>
        </p:nvSpPr>
        <p:spPr>
          <a:xfrm>
            <a:off x="0" y="0"/>
            <a:ext cx="12192000" cy="6858000"/>
          </a:xfrm>
          <a:prstGeom prst="rect">
            <a:avLst/>
          </a:prstGeom>
          <a:solidFill>
            <a:schemeClr val="accent3">
              <a:alpha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23F0761-EA67-F7D1-62E4-095EADA262F0}"/>
              </a:ext>
            </a:extLst>
          </p:cNvPr>
          <p:cNvSpPr>
            <a:spLocks noGrp="1"/>
          </p:cNvSpPr>
          <p:nvPr>
            <p:ph type="title" hasCustomPrompt="1"/>
          </p:nvPr>
        </p:nvSpPr>
        <p:spPr>
          <a:xfrm>
            <a:off x="475488" y="4893472"/>
            <a:ext cx="8019287" cy="1205575"/>
          </a:xfrm>
        </p:spPr>
        <p:txBody>
          <a:bodyPr anchor="t">
            <a:normAutofit/>
          </a:bodyPr>
          <a:lstStyle>
            <a:lvl1pPr>
              <a:lnSpc>
                <a:spcPct val="120000"/>
              </a:lnSpc>
              <a:defRPr sz="1800" b="1" cap="all" spc="100" baseline="0">
                <a:solidFill>
                  <a:schemeClr val="tx2"/>
                </a:solidFill>
                <a:latin typeface="+mn-lt"/>
              </a:defRPr>
            </a:lvl1pPr>
          </a:lstStyle>
          <a:p>
            <a:r>
              <a:rPr lang="en-US"/>
              <a:t>Quote Author</a:t>
            </a:r>
          </a:p>
        </p:txBody>
      </p:sp>
      <p:sp>
        <p:nvSpPr>
          <p:cNvPr id="10" name="Content Placeholder 9">
            <a:extLst>
              <a:ext uri="{FF2B5EF4-FFF2-40B4-BE49-F238E27FC236}">
                <a16:creationId xmlns:a16="http://schemas.microsoft.com/office/drawing/2014/main" id="{636EB602-83B2-B4EE-7805-FB94B7747666}"/>
              </a:ext>
            </a:extLst>
          </p:cNvPr>
          <p:cNvSpPr>
            <a:spLocks noGrp="1"/>
          </p:cNvSpPr>
          <p:nvPr>
            <p:ph sz="quarter" idx="14" hasCustomPrompt="1"/>
          </p:nvPr>
        </p:nvSpPr>
        <p:spPr>
          <a:xfrm>
            <a:off x="475488" y="594360"/>
            <a:ext cx="8019288" cy="3236976"/>
          </a:xfrm>
        </p:spPr>
        <p:txBody>
          <a:bodyPr anchor="b">
            <a:normAutofit/>
          </a:bodyPr>
          <a:lstStyle>
            <a:lvl1pPr marL="182880" indent="-182880">
              <a:buNone/>
              <a:defRPr sz="3600">
                <a:latin typeface="+mj-lt"/>
              </a:defRPr>
            </a:lvl1pPr>
          </a:lstStyle>
          <a:p>
            <a:pPr lvl="0"/>
            <a:r>
              <a:rPr lang="en-US"/>
              <a:t>Click to edit Quote</a:t>
            </a:r>
          </a:p>
        </p:txBody>
      </p:sp>
      <p:sp>
        <p:nvSpPr>
          <p:cNvPr id="4" name="Footer Placeholder 3">
            <a:extLst>
              <a:ext uri="{FF2B5EF4-FFF2-40B4-BE49-F238E27FC236}">
                <a16:creationId xmlns:a16="http://schemas.microsoft.com/office/drawing/2014/main" id="{B54C2DF4-76B6-1299-74E1-66F403C01A3C}"/>
              </a:ext>
            </a:extLst>
          </p:cNvPr>
          <p:cNvSpPr>
            <a:spLocks noGrp="1"/>
          </p:cNvSpPr>
          <p:nvPr>
            <p:ph type="ftr" sz="quarter" idx="11"/>
          </p:nvPr>
        </p:nvSpPr>
        <p:spPr/>
        <p:txBody>
          <a:bodyPr/>
          <a:lstStyle>
            <a:lvl1pPr>
              <a:defRPr>
                <a:solidFill>
                  <a:schemeClr val="tx2"/>
                </a:solidFill>
              </a:defRPr>
            </a:lvl1pPr>
          </a:lstStyle>
          <a:p>
            <a:r>
              <a:rPr lang="en-US"/>
              <a:t>Sample Footer Text</a:t>
            </a:r>
          </a:p>
        </p:txBody>
      </p:sp>
      <p:sp>
        <p:nvSpPr>
          <p:cNvPr id="3" name="Date Placeholder 2">
            <a:extLst>
              <a:ext uri="{FF2B5EF4-FFF2-40B4-BE49-F238E27FC236}">
                <a16:creationId xmlns:a16="http://schemas.microsoft.com/office/drawing/2014/main" id="{49A78CD0-57A9-DB86-E3A3-40628E6D68B7}"/>
              </a:ext>
            </a:extLst>
          </p:cNvPr>
          <p:cNvSpPr>
            <a:spLocks noGrp="1"/>
          </p:cNvSpPr>
          <p:nvPr>
            <p:ph type="dt" sz="half" idx="10"/>
          </p:nvPr>
        </p:nvSpPr>
        <p:spPr/>
        <p:txBody>
          <a:bodyPr/>
          <a:lstStyle>
            <a:lvl1pPr>
              <a:defRPr>
                <a:solidFill>
                  <a:schemeClr val="tx2"/>
                </a:solidFill>
              </a:defRPr>
            </a:lvl1pPr>
          </a:lstStyle>
          <a:p>
            <a:fld id="{A1B6A855-EE76-45C6-B820-67541FFB5E07}" type="datetime1">
              <a:rPr lang="en-US" smtClean="0"/>
              <a:t>11/30/2025</a:t>
            </a:fld>
            <a:endParaRPr lang="en-US"/>
          </a:p>
        </p:txBody>
      </p:sp>
      <p:sp>
        <p:nvSpPr>
          <p:cNvPr id="5" name="Slide Number Placeholder 4">
            <a:extLst>
              <a:ext uri="{FF2B5EF4-FFF2-40B4-BE49-F238E27FC236}">
                <a16:creationId xmlns:a16="http://schemas.microsoft.com/office/drawing/2014/main" id="{2535CA15-3DFE-125B-C658-77179EDEA2F0}"/>
              </a:ext>
            </a:extLst>
          </p:cNvPr>
          <p:cNvSpPr>
            <a:spLocks noGrp="1"/>
          </p:cNvSpPr>
          <p:nvPr>
            <p:ph type="sldNum" sz="quarter" idx="12"/>
          </p:nvPr>
        </p:nvSpPr>
        <p:spPr/>
        <p:txBody>
          <a:bodyPr/>
          <a:lstStyle>
            <a:lvl1pPr>
              <a:defRPr>
                <a:solidFill>
                  <a:schemeClr val="tx2"/>
                </a:solidFill>
              </a:defRPr>
            </a:lvl1pPr>
          </a:lstStyle>
          <a:p>
            <a:fld id="{DDF60B60-82CA-4BB9-BA6E-A62FADF2374B}" type="slidenum">
              <a:rPr lang="en-US" smtClean="0"/>
              <a:t>‹#›</a:t>
            </a:fld>
            <a:endParaRPr lang="en-US"/>
          </a:p>
        </p:txBody>
      </p:sp>
      <p:cxnSp>
        <p:nvCxnSpPr>
          <p:cNvPr id="7" name="Straight Connector 6">
            <a:extLst>
              <a:ext uri="{FF2B5EF4-FFF2-40B4-BE49-F238E27FC236}">
                <a16:creationId xmlns:a16="http://schemas.microsoft.com/office/drawing/2014/main" id="{8AA0B79A-2EB3-E6D5-B923-60D51965E7A7}"/>
              </a:ext>
            </a:extLst>
          </p:cNvPr>
          <p:cNvCxnSpPr>
            <a:cxnSpLocks/>
          </p:cNvCxnSpPr>
          <p:nvPr/>
        </p:nvCxnSpPr>
        <p:spPr>
          <a:xfrm flipH="1">
            <a:off x="0" y="4362404"/>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331507FC-FD8A-132E-6F82-1A96368D292F}"/>
              </a:ext>
            </a:extLst>
          </p:cNvPr>
          <p:cNvCxnSpPr>
            <a:cxnSpLocks/>
          </p:cNvCxnSpPr>
          <p:nvPr/>
        </p:nvCxnSpPr>
        <p:spPr>
          <a:xfrm>
            <a:off x="9037194"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78781640"/>
      </p:ext>
    </p:extLst>
  </p:cSld>
  <p:clrMapOvr>
    <a:overrideClrMapping bg1="lt1" tx1="dk1" bg2="lt2" tx2="dk2" accent1="accent1" accent2="accent2" accent3="accent3" accent4="accent4" accent5="accent5" accent6="accent6" hlink="hlink" folHlink="folHlink"/>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C27BF6-CDFA-AAF4-F7FD-F4F8D06FF275}"/>
              </a:ext>
            </a:extLst>
          </p:cNvPr>
          <p:cNvSpPr>
            <a:spLocks noGrp="1"/>
          </p:cNvSpPr>
          <p:nvPr>
            <p:ph type="title"/>
          </p:nvPr>
        </p:nvSpPr>
        <p:spPr>
          <a:xfrm>
            <a:off x="457200" y="275309"/>
            <a:ext cx="11277600" cy="914400"/>
          </a:xfrm>
        </p:spPr>
        <p:txBody>
          <a:bodyPr anchor="ctr"/>
          <a:lstStyle>
            <a:lvl1pPr>
              <a:defRPr>
                <a:solidFill>
                  <a:schemeClr val="tx2"/>
                </a:solidFill>
              </a:defRPr>
            </a:lvl1pPr>
          </a:lstStyle>
          <a:p>
            <a:r>
              <a:rPr lang="en-US"/>
              <a:t>Click to edit Master title style</a:t>
            </a:r>
          </a:p>
        </p:txBody>
      </p:sp>
      <p:sp>
        <p:nvSpPr>
          <p:cNvPr id="4" name="Content Placeholder 3">
            <a:extLst>
              <a:ext uri="{FF2B5EF4-FFF2-40B4-BE49-F238E27FC236}">
                <a16:creationId xmlns:a16="http://schemas.microsoft.com/office/drawing/2014/main" id="{6EAB1904-05A3-AF54-90B7-8B4E5E9BFC62}"/>
              </a:ext>
            </a:extLst>
          </p:cNvPr>
          <p:cNvSpPr>
            <a:spLocks noGrp="1"/>
          </p:cNvSpPr>
          <p:nvPr>
            <p:ph sz="quarter" idx="15"/>
          </p:nvPr>
        </p:nvSpPr>
        <p:spPr>
          <a:xfrm>
            <a:off x="455613" y="1677988"/>
            <a:ext cx="5181600" cy="44989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1">
            <a:extLst>
              <a:ext uri="{FF2B5EF4-FFF2-40B4-BE49-F238E27FC236}">
                <a16:creationId xmlns:a16="http://schemas.microsoft.com/office/drawing/2014/main" id="{0D15555F-2C1E-04D7-CE37-D06ABFB5685F}"/>
              </a:ext>
            </a:extLst>
          </p:cNvPr>
          <p:cNvSpPr>
            <a:spLocks noGrp="1"/>
          </p:cNvSpPr>
          <p:nvPr>
            <p:ph sz="quarter" idx="16"/>
          </p:nvPr>
        </p:nvSpPr>
        <p:spPr>
          <a:xfrm>
            <a:off x="6553200" y="1677988"/>
            <a:ext cx="5180013" cy="44989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1B108197-F703-726D-4372-C7520052DC70}"/>
              </a:ext>
            </a:extLst>
          </p:cNvPr>
          <p:cNvSpPr>
            <a:spLocks noGrp="1"/>
          </p:cNvSpPr>
          <p:nvPr>
            <p:ph type="ftr" sz="quarter" idx="11"/>
          </p:nvPr>
        </p:nvSpPr>
        <p:spPr/>
        <p:txBody>
          <a:bodyPr/>
          <a:lstStyle/>
          <a:p>
            <a:r>
              <a:rPr lang="en-US"/>
              <a:t>Sample Footer Text</a:t>
            </a:r>
          </a:p>
        </p:txBody>
      </p:sp>
      <p:sp>
        <p:nvSpPr>
          <p:cNvPr id="5" name="Date Placeholder 4">
            <a:extLst>
              <a:ext uri="{FF2B5EF4-FFF2-40B4-BE49-F238E27FC236}">
                <a16:creationId xmlns:a16="http://schemas.microsoft.com/office/drawing/2014/main" id="{F85FAA39-5E1E-3A94-5A04-C36BA19E34ED}"/>
              </a:ext>
            </a:extLst>
          </p:cNvPr>
          <p:cNvSpPr>
            <a:spLocks noGrp="1"/>
          </p:cNvSpPr>
          <p:nvPr>
            <p:ph type="dt" sz="half" idx="10"/>
          </p:nvPr>
        </p:nvSpPr>
        <p:spPr/>
        <p:txBody>
          <a:bodyPr/>
          <a:lstStyle/>
          <a:p>
            <a:fld id="{B20F022F-161E-41B9-A1BC-CC85E43B1AF4}" type="datetime1">
              <a:rPr lang="en-US" smtClean="0"/>
              <a:t>11/30/2025</a:t>
            </a:fld>
            <a:endParaRPr lang="en-US"/>
          </a:p>
        </p:txBody>
      </p:sp>
      <p:sp>
        <p:nvSpPr>
          <p:cNvPr id="7" name="Slide Number Placeholder 6">
            <a:extLst>
              <a:ext uri="{FF2B5EF4-FFF2-40B4-BE49-F238E27FC236}">
                <a16:creationId xmlns:a16="http://schemas.microsoft.com/office/drawing/2014/main" id="{ACE80595-19B6-01B9-FCF5-F94B0C1BBAA2}"/>
              </a:ext>
            </a:extLst>
          </p:cNvPr>
          <p:cNvSpPr>
            <a:spLocks noGrp="1"/>
          </p:cNvSpPr>
          <p:nvPr>
            <p:ph type="sldNum" sz="quarter" idx="12"/>
          </p:nvPr>
        </p:nvSpPr>
        <p:spPr/>
        <p:txBody>
          <a:bodyPr/>
          <a:lstStyle/>
          <a:p>
            <a:fld id="{DDF60B60-82CA-4BB9-BA6E-A62FADF2374B}" type="slidenum">
              <a:rPr lang="en-US" smtClean="0"/>
              <a:t>‹#›</a:t>
            </a:fld>
            <a:endParaRPr lang="en-US"/>
          </a:p>
        </p:txBody>
      </p:sp>
      <p:cxnSp>
        <p:nvCxnSpPr>
          <p:cNvPr id="9" name="Straight Connector 8">
            <a:extLst>
              <a:ext uri="{FF2B5EF4-FFF2-40B4-BE49-F238E27FC236}">
                <a16:creationId xmlns:a16="http://schemas.microsoft.com/office/drawing/2014/main" id="{52C5098A-8A29-951C-ABCF-B4C329C3A94F}"/>
              </a:ext>
            </a:extLst>
          </p:cNvPr>
          <p:cNvCxnSpPr>
            <a:cxnSpLocks/>
          </p:cNvCxnSpPr>
          <p:nvPr/>
        </p:nvCxnSpPr>
        <p:spPr>
          <a:xfrm>
            <a:off x="6096000" y="1362719"/>
            <a:ext cx="0" cy="5490348"/>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754A1D01-2B46-73F0-8DC7-926AA95F7DFC}"/>
              </a:ext>
            </a:extLst>
          </p:cNvPr>
          <p:cNvCxnSpPr>
            <a:cxnSpLocks/>
          </p:cNvCxnSpPr>
          <p:nvPr/>
        </p:nvCxnSpPr>
        <p:spPr>
          <a:xfrm flipH="1">
            <a:off x="0" y="1362719"/>
            <a:ext cx="12200040" cy="0"/>
          </a:xfrm>
          <a:prstGeom prst="line">
            <a:avLst/>
          </a:prstGeom>
          <a:ln w="9525">
            <a:solidFill>
              <a:srgbClr val="616867">
                <a:alpha val="45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89233087"/>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5F27A1-B3E2-4312-9475-76586DB132FF}"/>
              </a:ext>
            </a:extLst>
          </p:cNvPr>
          <p:cNvSpPr>
            <a:spLocks noGrp="1"/>
          </p:cNvSpPr>
          <p:nvPr>
            <p:ph type="title"/>
          </p:nvPr>
        </p:nvSpPr>
        <p:spPr>
          <a:xfrm>
            <a:off x="457199" y="276838"/>
            <a:ext cx="11274552" cy="914400"/>
          </a:xfrm>
        </p:spPr>
        <p:txBody>
          <a:bodyPr vert="horz" lIns="91440" tIns="45720" rIns="91440" bIns="45720" rtlCol="0" anchor="ctr">
            <a:normAutofit/>
          </a:bodyPr>
          <a:lstStyle>
            <a:lvl1pPr>
              <a:defRPr lang="en-US" dirty="0"/>
            </a:lvl1pPr>
          </a:lstStyle>
          <a:p>
            <a:pPr lvl="0"/>
            <a:r>
              <a:rPr lang="en-US"/>
              <a:t>Click to edit Master title style</a:t>
            </a:r>
          </a:p>
        </p:txBody>
      </p:sp>
      <p:sp>
        <p:nvSpPr>
          <p:cNvPr id="3" name="Text Placeholder 2">
            <a:extLst>
              <a:ext uri="{FF2B5EF4-FFF2-40B4-BE49-F238E27FC236}">
                <a16:creationId xmlns:a16="http://schemas.microsoft.com/office/drawing/2014/main" id="{25FD6984-5D8F-6F35-3DC2-352D46E75874}"/>
              </a:ext>
            </a:extLst>
          </p:cNvPr>
          <p:cNvSpPr>
            <a:spLocks noGrp="1"/>
          </p:cNvSpPr>
          <p:nvPr>
            <p:ph type="body" idx="1"/>
          </p:nvPr>
        </p:nvSpPr>
        <p:spPr>
          <a:xfrm>
            <a:off x="457199" y="1475623"/>
            <a:ext cx="5184648" cy="676690"/>
          </a:xfrm>
        </p:spPr>
        <p:txBody>
          <a:bodyPr anchor="ctr">
            <a:normAutofit/>
          </a:bodyPr>
          <a:lstStyle>
            <a:lvl1pPr marL="0" indent="0">
              <a:buNone/>
              <a:defRPr sz="1800" b="0" cap="all" spc="16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9CD5136-48A0-D788-8CE2-627309A00EC8}"/>
              </a:ext>
            </a:extLst>
          </p:cNvPr>
          <p:cNvSpPr>
            <a:spLocks noGrp="1"/>
          </p:cNvSpPr>
          <p:nvPr>
            <p:ph sz="quarter" idx="15"/>
          </p:nvPr>
        </p:nvSpPr>
        <p:spPr>
          <a:xfrm>
            <a:off x="457200" y="2522538"/>
            <a:ext cx="5178425" cy="38068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807CEA6-7FDB-2A72-485B-D38A79C1826D}"/>
              </a:ext>
            </a:extLst>
          </p:cNvPr>
          <p:cNvSpPr>
            <a:spLocks noGrp="1"/>
          </p:cNvSpPr>
          <p:nvPr>
            <p:ph type="body" sz="quarter" idx="3"/>
          </p:nvPr>
        </p:nvSpPr>
        <p:spPr>
          <a:xfrm>
            <a:off x="6556248" y="1475622"/>
            <a:ext cx="5184648" cy="676690"/>
          </a:xfrm>
        </p:spPr>
        <p:txBody>
          <a:bodyPr anchor="ctr">
            <a:normAutofit/>
          </a:bodyPr>
          <a:lstStyle>
            <a:lvl1pPr marL="0" indent="0">
              <a:buNone/>
              <a:defRPr sz="1800" b="0" cap="all" spc="16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4" name="Content Placeholder 13">
            <a:extLst>
              <a:ext uri="{FF2B5EF4-FFF2-40B4-BE49-F238E27FC236}">
                <a16:creationId xmlns:a16="http://schemas.microsoft.com/office/drawing/2014/main" id="{FC4D723F-4492-3B3B-CE74-0959714EEB14}"/>
              </a:ext>
            </a:extLst>
          </p:cNvPr>
          <p:cNvSpPr>
            <a:spLocks noGrp="1"/>
          </p:cNvSpPr>
          <p:nvPr>
            <p:ph sz="quarter" idx="16"/>
          </p:nvPr>
        </p:nvSpPr>
        <p:spPr>
          <a:xfrm>
            <a:off x="6556375" y="2522538"/>
            <a:ext cx="5175249" cy="38068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Footer Placeholder 10">
            <a:extLst>
              <a:ext uri="{FF2B5EF4-FFF2-40B4-BE49-F238E27FC236}">
                <a16:creationId xmlns:a16="http://schemas.microsoft.com/office/drawing/2014/main" id="{3FA108E0-63AE-4B5C-404F-AD0FEC4AB8B8}"/>
              </a:ext>
            </a:extLst>
          </p:cNvPr>
          <p:cNvSpPr>
            <a:spLocks noGrp="1"/>
          </p:cNvSpPr>
          <p:nvPr>
            <p:ph type="ftr" sz="quarter" idx="11"/>
          </p:nvPr>
        </p:nvSpPr>
        <p:spPr/>
        <p:txBody>
          <a:bodyPr/>
          <a:lstStyle/>
          <a:p>
            <a:r>
              <a:rPr lang="en-US"/>
              <a:t>Sample Footer Text</a:t>
            </a:r>
          </a:p>
        </p:txBody>
      </p:sp>
      <p:sp>
        <p:nvSpPr>
          <p:cNvPr id="10" name="Date Placeholder 9">
            <a:extLst>
              <a:ext uri="{FF2B5EF4-FFF2-40B4-BE49-F238E27FC236}">
                <a16:creationId xmlns:a16="http://schemas.microsoft.com/office/drawing/2014/main" id="{42E2EB77-3CF8-CDC9-D0D4-1AC07FC535D4}"/>
              </a:ext>
            </a:extLst>
          </p:cNvPr>
          <p:cNvSpPr>
            <a:spLocks noGrp="1"/>
          </p:cNvSpPr>
          <p:nvPr>
            <p:ph type="dt" sz="half" idx="10"/>
          </p:nvPr>
        </p:nvSpPr>
        <p:spPr/>
        <p:txBody>
          <a:bodyPr/>
          <a:lstStyle/>
          <a:p>
            <a:fld id="{6BC8F49A-9797-4EFB-8F78-023201B418DD}" type="datetime1">
              <a:rPr lang="en-US" smtClean="0"/>
              <a:t>11/30/2025</a:t>
            </a:fld>
            <a:endParaRPr lang="en-US"/>
          </a:p>
        </p:txBody>
      </p:sp>
      <p:sp>
        <p:nvSpPr>
          <p:cNvPr id="15" name="Slide Number Placeholder 14">
            <a:extLst>
              <a:ext uri="{FF2B5EF4-FFF2-40B4-BE49-F238E27FC236}">
                <a16:creationId xmlns:a16="http://schemas.microsoft.com/office/drawing/2014/main" id="{6918C09E-FCA3-F1F6-7408-40D98FCEA9FD}"/>
              </a:ext>
            </a:extLst>
          </p:cNvPr>
          <p:cNvSpPr>
            <a:spLocks noGrp="1"/>
          </p:cNvSpPr>
          <p:nvPr>
            <p:ph type="sldNum" sz="quarter" idx="12"/>
          </p:nvPr>
        </p:nvSpPr>
        <p:spPr/>
        <p:txBody>
          <a:bodyPr/>
          <a:lstStyle/>
          <a:p>
            <a:fld id="{DDF60B60-82CA-4BB9-BA6E-A62FADF2374B}" type="slidenum">
              <a:rPr lang="en-US" smtClean="0"/>
              <a:t>‹#›</a:t>
            </a:fld>
            <a:endParaRPr lang="en-US"/>
          </a:p>
        </p:txBody>
      </p:sp>
      <p:cxnSp>
        <p:nvCxnSpPr>
          <p:cNvPr id="7" name="Straight Connector 6">
            <a:extLst>
              <a:ext uri="{FF2B5EF4-FFF2-40B4-BE49-F238E27FC236}">
                <a16:creationId xmlns:a16="http://schemas.microsoft.com/office/drawing/2014/main" id="{354F547E-1AC1-2FFD-3E17-DC3F25B07823}"/>
              </a:ext>
            </a:extLst>
          </p:cNvPr>
          <p:cNvCxnSpPr>
            <a:cxnSpLocks/>
          </p:cNvCxnSpPr>
          <p:nvPr/>
        </p:nvCxnSpPr>
        <p:spPr>
          <a:xfrm>
            <a:off x="6096000" y="1362719"/>
            <a:ext cx="0" cy="5490348"/>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8695E25D-D4B1-2002-F8AB-8B987C1683D9}"/>
              </a:ext>
            </a:extLst>
          </p:cNvPr>
          <p:cNvCxnSpPr>
            <a:cxnSpLocks/>
          </p:cNvCxnSpPr>
          <p:nvPr/>
        </p:nvCxnSpPr>
        <p:spPr>
          <a:xfrm flipH="1">
            <a:off x="0" y="2268129"/>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8335EA16-C700-BA75-F075-2E4BC3EAFBE2}"/>
              </a:ext>
            </a:extLst>
          </p:cNvPr>
          <p:cNvCxnSpPr>
            <a:cxnSpLocks/>
          </p:cNvCxnSpPr>
          <p:nvPr/>
        </p:nvCxnSpPr>
        <p:spPr>
          <a:xfrm flipH="1">
            <a:off x="0" y="1362719"/>
            <a:ext cx="12200040" cy="0"/>
          </a:xfrm>
          <a:prstGeom prst="line">
            <a:avLst/>
          </a:prstGeom>
          <a:ln w="9525">
            <a:solidFill>
              <a:srgbClr val="616867">
                <a:alpha val="45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69815422"/>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4552C1-DD73-A90F-46E0-33A4D558013C}"/>
              </a:ext>
            </a:extLst>
          </p:cNvPr>
          <p:cNvSpPr>
            <a:spLocks noGrp="1"/>
          </p:cNvSpPr>
          <p:nvPr>
            <p:ph type="title"/>
          </p:nvPr>
        </p:nvSpPr>
        <p:spPr/>
        <p:txBody>
          <a:bodyPr/>
          <a:lstStyle/>
          <a:p>
            <a:r>
              <a:rPr lang="en-US"/>
              <a:t>Click to edit Master title style</a:t>
            </a:r>
          </a:p>
        </p:txBody>
      </p:sp>
      <p:sp>
        <p:nvSpPr>
          <p:cNvPr id="4" name="Footer Placeholder 3">
            <a:extLst>
              <a:ext uri="{FF2B5EF4-FFF2-40B4-BE49-F238E27FC236}">
                <a16:creationId xmlns:a16="http://schemas.microsoft.com/office/drawing/2014/main" id="{238F8C10-87B8-01D2-2FEE-DAC41B9CF7CE}"/>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6225E57E-7F73-3825-2158-80859BAD43A4}"/>
              </a:ext>
            </a:extLst>
          </p:cNvPr>
          <p:cNvSpPr>
            <a:spLocks noGrp="1"/>
          </p:cNvSpPr>
          <p:nvPr>
            <p:ph type="dt" sz="half" idx="10"/>
          </p:nvPr>
        </p:nvSpPr>
        <p:spPr/>
        <p:txBody>
          <a:bodyPr/>
          <a:lstStyle/>
          <a:p>
            <a:fld id="{F1E57D35-FD3E-408B-A06E-7ED09E94C083}" type="datetime1">
              <a:rPr lang="en-US" smtClean="0"/>
              <a:t>11/30/2025</a:t>
            </a:fld>
            <a:endParaRPr lang="en-US"/>
          </a:p>
        </p:txBody>
      </p:sp>
      <p:sp>
        <p:nvSpPr>
          <p:cNvPr id="5" name="Slide Number Placeholder 4">
            <a:extLst>
              <a:ext uri="{FF2B5EF4-FFF2-40B4-BE49-F238E27FC236}">
                <a16:creationId xmlns:a16="http://schemas.microsoft.com/office/drawing/2014/main" id="{27A634BF-792D-AC8C-B0E0-492263401E1B}"/>
              </a:ext>
            </a:extLst>
          </p:cNvPr>
          <p:cNvSpPr>
            <a:spLocks noGrp="1"/>
          </p:cNvSpPr>
          <p:nvPr>
            <p:ph type="sldNum" sz="quarter" idx="12"/>
          </p:nvPr>
        </p:nvSpPr>
        <p:spPr/>
        <p:txBody>
          <a:bodyPr/>
          <a:lstStyle/>
          <a:p>
            <a:fld id="{DDF60B60-82CA-4BB9-BA6E-A62FADF2374B}" type="slidenum">
              <a:rPr lang="en-US" smtClean="0"/>
              <a:t>‹#›</a:t>
            </a:fld>
            <a:endParaRPr lang="en-US"/>
          </a:p>
        </p:txBody>
      </p:sp>
    </p:spTree>
    <p:extLst>
      <p:ext uri="{BB962C8B-B14F-4D97-AF65-F5344CB8AC3E}">
        <p14:creationId xmlns:p14="http://schemas.microsoft.com/office/powerpoint/2010/main" val="2645376581"/>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3151370D-0A93-44DD-E049-EF3265B73F77}"/>
              </a:ext>
            </a:extLst>
          </p:cNvPr>
          <p:cNvSpPr>
            <a:spLocks noGrp="1"/>
          </p:cNvSpPr>
          <p:nvPr>
            <p:ph type="ftr" sz="quarter" idx="11"/>
          </p:nvPr>
        </p:nvSpPr>
        <p:spPr/>
        <p:txBody>
          <a:bodyPr/>
          <a:lstStyle/>
          <a:p>
            <a:r>
              <a:rPr lang="en-US"/>
              <a:t>Sample Footer Text</a:t>
            </a:r>
          </a:p>
        </p:txBody>
      </p:sp>
      <p:sp>
        <p:nvSpPr>
          <p:cNvPr id="2" name="Date Placeholder 1">
            <a:extLst>
              <a:ext uri="{FF2B5EF4-FFF2-40B4-BE49-F238E27FC236}">
                <a16:creationId xmlns:a16="http://schemas.microsoft.com/office/drawing/2014/main" id="{B6FF00A2-5853-30A7-62F5-7C7CB5A22191}"/>
              </a:ext>
            </a:extLst>
          </p:cNvPr>
          <p:cNvSpPr>
            <a:spLocks noGrp="1"/>
          </p:cNvSpPr>
          <p:nvPr>
            <p:ph type="dt" sz="half" idx="10"/>
          </p:nvPr>
        </p:nvSpPr>
        <p:spPr/>
        <p:txBody>
          <a:bodyPr/>
          <a:lstStyle/>
          <a:p>
            <a:fld id="{8334BC47-E75B-4512-AE58-14F5144E068D}" type="datetime1">
              <a:rPr lang="en-US" smtClean="0"/>
              <a:t>11/30/2025</a:t>
            </a:fld>
            <a:endParaRPr lang="en-US"/>
          </a:p>
        </p:txBody>
      </p:sp>
      <p:sp>
        <p:nvSpPr>
          <p:cNvPr id="4" name="Slide Number Placeholder 3">
            <a:extLst>
              <a:ext uri="{FF2B5EF4-FFF2-40B4-BE49-F238E27FC236}">
                <a16:creationId xmlns:a16="http://schemas.microsoft.com/office/drawing/2014/main" id="{ED3E97DA-A7DF-E3FF-8937-F6A36D17F59B}"/>
              </a:ext>
            </a:extLst>
          </p:cNvPr>
          <p:cNvSpPr>
            <a:spLocks noGrp="1"/>
          </p:cNvSpPr>
          <p:nvPr>
            <p:ph type="sldNum" sz="quarter" idx="12"/>
          </p:nvPr>
        </p:nvSpPr>
        <p:spPr/>
        <p:txBody>
          <a:bodyPr/>
          <a:lstStyle/>
          <a:p>
            <a:fld id="{DDF60B60-82CA-4BB9-BA6E-A62FADF2374B}" type="slidenum">
              <a:rPr lang="en-US" smtClean="0"/>
              <a:t>‹#›</a:t>
            </a:fld>
            <a:endParaRPr lang="en-US"/>
          </a:p>
        </p:txBody>
      </p:sp>
    </p:spTree>
    <p:extLst>
      <p:ext uri="{BB962C8B-B14F-4D97-AF65-F5344CB8AC3E}">
        <p14:creationId xmlns:p14="http://schemas.microsoft.com/office/powerpoint/2010/main" val="816083506"/>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07B5AB-0FA3-E8AE-A6A1-C03EE2DDAC1C}"/>
              </a:ext>
            </a:extLst>
          </p:cNvPr>
          <p:cNvSpPr>
            <a:spLocks noGrp="1"/>
          </p:cNvSpPr>
          <p:nvPr>
            <p:ph type="title"/>
          </p:nvPr>
        </p:nvSpPr>
        <p:spPr>
          <a:xfrm>
            <a:off x="457200" y="457200"/>
            <a:ext cx="3840480" cy="1600200"/>
          </a:xfrm>
        </p:spPr>
        <p:txBody>
          <a:bodyPr anchor="t"/>
          <a:lstStyle>
            <a:lvl1pPr>
              <a:defRPr sz="3200"/>
            </a:lvl1pPr>
          </a:lstStyle>
          <a:p>
            <a:r>
              <a:rPr lang="en-US"/>
              <a:t>Click to edit Master title style</a:t>
            </a:r>
          </a:p>
        </p:txBody>
      </p:sp>
      <p:sp>
        <p:nvSpPr>
          <p:cNvPr id="4" name="Text Placeholder 3">
            <a:extLst>
              <a:ext uri="{FF2B5EF4-FFF2-40B4-BE49-F238E27FC236}">
                <a16:creationId xmlns:a16="http://schemas.microsoft.com/office/drawing/2014/main" id="{407D3D71-61A7-7BE9-20ED-B5AF76B017E2}"/>
              </a:ext>
            </a:extLst>
          </p:cNvPr>
          <p:cNvSpPr>
            <a:spLocks noGrp="1"/>
          </p:cNvSpPr>
          <p:nvPr>
            <p:ph type="body" sz="half" idx="2"/>
          </p:nvPr>
        </p:nvSpPr>
        <p:spPr>
          <a:xfrm>
            <a:off x="457200" y="2057400"/>
            <a:ext cx="3840480" cy="3979258"/>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94D1ED4A-75CE-22B6-973F-969688C90EC1}"/>
              </a:ext>
            </a:extLst>
          </p:cNvPr>
          <p:cNvSpPr>
            <a:spLocks noGrp="1"/>
          </p:cNvSpPr>
          <p:nvPr>
            <p:ph idx="1"/>
          </p:nvPr>
        </p:nvSpPr>
        <p:spPr>
          <a:xfrm>
            <a:off x="5183187" y="457201"/>
            <a:ext cx="6551601" cy="5579457"/>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ABDB4269-D6C6-3706-6E34-9B96440E4C79}"/>
              </a:ext>
            </a:extLst>
          </p:cNvPr>
          <p:cNvSpPr>
            <a:spLocks noGrp="1"/>
          </p:cNvSpPr>
          <p:nvPr>
            <p:ph type="ftr" sz="quarter" idx="11"/>
          </p:nvPr>
        </p:nvSpPr>
        <p:spPr>
          <a:xfrm>
            <a:off x="457200" y="6445997"/>
            <a:ext cx="3949302" cy="365125"/>
          </a:xfrm>
        </p:spPr>
        <p:txBody>
          <a:bodyPr/>
          <a:lstStyle/>
          <a:p>
            <a:r>
              <a:rPr lang="en-US"/>
              <a:t>Sample Footer Text</a:t>
            </a:r>
          </a:p>
        </p:txBody>
      </p:sp>
      <p:sp>
        <p:nvSpPr>
          <p:cNvPr id="5" name="Date Placeholder 4">
            <a:extLst>
              <a:ext uri="{FF2B5EF4-FFF2-40B4-BE49-F238E27FC236}">
                <a16:creationId xmlns:a16="http://schemas.microsoft.com/office/drawing/2014/main" id="{8525825D-6882-CF7E-DED2-796EB50E5624}"/>
              </a:ext>
            </a:extLst>
          </p:cNvPr>
          <p:cNvSpPr>
            <a:spLocks noGrp="1"/>
          </p:cNvSpPr>
          <p:nvPr>
            <p:ph type="dt" sz="half" idx="10"/>
          </p:nvPr>
        </p:nvSpPr>
        <p:spPr/>
        <p:txBody>
          <a:bodyPr/>
          <a:lstStyle/>
          <a:p>
            <a:fld id="{63E7E953-C3C8-4A4B-8817-BB1E8DE8DAD2}" type="datetime1">
              <a:rPr lang="en-US" smtClean="0"/>
              <a:t>11/30/2025</a:t>
            </a:fld>
            <a:endParaRPr lang="en-US"/>
          </a:p>
        </p:txBody>
      </p:sp>
      <p:sp>
        <p:nvSpPr>
          <p:cNvPr id="7" name="Slide Number Placeholder 6">
            <a:extLst>
              <a:ext uri="{FF2B5EF4-FFF2-40B4-BE49-F238E27FC236}">
                <a16:creationId xmlns:a16="http://schemas.microsoft.com/office/drawing/2014/main" id="{9E661EE4-2972-F8D1-E2C0-577A67DEC944}"/>
              </a:ext>
            </a:extLst>
          </p:cNvPr>
          <p:cNvSpPr>
            <a:spLocks noGrp="1"/>
          </p:cNvSpPr>
          <p:nvPr>
            <p:ph type="sldNum" sz="quarter" idx="12"/>
          </p:nvPr>
        </p:nvSpPr>
        <p:spPr/>
        <p:txBody>
          <a:bodyPr/>
          <a:lstStyle/>
          <a:p>
            <a:fld id="{DDF60B60-82CA-4BB9-BA6E-A62FADF2374B}" type="slidenum">
              <a:rPr lang="en-US" smtClean="0"/>
              <a:t>‹#›</a:t>
            </a:fld>
            <a:endParaRPr lang="en-US"/>
          </a:p>
        </p:txBody>
      </p:sp>
      <p:cxnSp>
        <p:nvCxnSpPr>
          <p:cNvPr id="8" name="Straight Connector 7">
            <a:extLst>
              <a:ext uri="{FF2B5EF4-FFF2-40B4-BE49-F238E27FC236}">
                <a16:creationId xmlns:a16="http://schemas.microsoft.com/office/drawing/2014/main" id="{1A5F8204-04DE-BDF1-25A8-C8850EC04A7C}"/>
              </a:ext>
            </a:extLst>
          </p:cNvPr>
          <p:cNvCxnSpPr>
            <a:cxnSpLocks/>
          </p:cNvCxnSpPr>
          <p:nvPr/>
        </p:nvCxnSpPr>
        <p:spPr>
          <a:xfrm>
            <a:off x="4643464"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EC0CCA0B-4B85-D092-C9D6-7644345E4BFB}"/>
              </a:ext>
            </a:extLst>
          </p:cNvPr>
          <p:cNvCxnSpPr>
            <a:cxnSpLocks/>
          </p:cNvCxnSpPr>
          <p:nvPr/>
        </p:nvCxnSpPr>
        <p:spPr>
          <a:xfrm flipH="1">
            <a:off x="0" y="6398068"/>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89164281"/>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B064BF-25B8-DF5F-78A5-EF299DBC0FE5}"/>
              </a:ext>
            </a:extLst>
          </p:cNvPr>
          <p:cNvSpPr>
            <a:spLocks noGrp="1"/>
          </p:cNvSpPr>
          <p:nvPr>
            <p:ph type="title"/>
          </p:nvPr>
        </p:nvSpPr>
        <p:spPr>
          <a:xfrm>
            <a:off x="457200" y="457200"/>
            <a:ext cx="3840480" cy="1600200"/>
          </a:xfrm>
        </p:spPr>
        <p:txBody>
          <a:bodyPr anchor="t"/>
          <a:lstStyle>
            <a:lvl1pPr>
              <a:defRPr sz="3200"/>
            </a:lvl1pPr>
          </a:lstStyle>
          <a:p>
            <a:r>
              <a:rPr lang="en-US"/>
              <a:t>Click to edit Master title style</a:t>
            </a:r>
          </a:p>
        </p:txBody>
      </p:sp>
      <p:sp>
        <p:nvSpPr>
          <p:cNvPr id="4" name="Text Placeholder 3">
            <a:extLst>
              <a:ext uri="{FF2B5EF4-FFF2-40B4-BE49-F238E27FC236}">
                <a16:creationId xmlns:a16="http://schemas.microsoft.com/office/drawing/2014/main" id="{3EB6BD76-5832-C2AF-7743-B7CB3A9FD207}"/>
              </a:ext>
            </a:extLst>
          </p:cNvPr>
          <p:cNvSpPr>
            <a:spLocks noGrp="1"/>
          </p:cNvSpPr>
          <p:nvPr>
            <p:ph type="body" sz="half" idx="2"/>
          </p:nvPr>
        </p:nvSpPr>
        <p:spPr>
          <a:xfrm>
            <a:off x="457200" y="2073584"/>
            <a:ext cx="3840480" cy="3880736"/>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Picture Placeholder 2">
            <a:extLst>
              <a:ext uri="{FF2B5EF4-FFF2-40B4-BE49-F238E27FC236}">
                <a16:creationId xmlns:a16="http://schemas.microsoft.com/office/drawing/2014/main" id="{3F01BD91-BD6E-DEBA-3699-22D6D0CCE7F1}"/>
              </a:ext>
            </a:extLst>
          </p:cNvPr>
          <p:cNvSpPr>
            <a:spLocks noGrp="1"/>
          </p:cNvSpPr>
          <p:nvPr>
            <p:ph type="pic" idx="1" hasCustomPrompt="1"/>
          </p:nvPr>
        </p:nvSpPr>
        <p:spPr>
          <a:xfrm>
            <a:off x="5183188" y="542165"/>
            <a:ext cx="6466646" cy="5313731"/>
          </a:xfrm>
          <a:blipFill dpi="0" rotWithShape="1">
            <a:blip r:embed="rId2">
              <a:alphaModFix amt="80000"/>
            </a:blip>
            <a:srcRect/>
            <a:stretch>
              <a:fillRect/>
            </a:stretch>
          </a:blipFill>
        </p:spPr>
        <p:txBody>
          <a:bodyPr>
            <a:normAutofit/>
          </a:bodyPr>
          <a:lstStyle>
            <a:lvl1pPr marL="0" indent="0">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 </a:t>
            </a:r>
          </a:p>
        </p:txBody>
      </p:sp>
      <p:sp>
        <p:nvSpPr>
          <p:cNvPr id="6" name="Footer Placeholder 5">
            <a:extLst>
              <a:ext uri="{FF2B5EF4-FFF2-40B4-BE49-F238E27FC236}">
                <a16:creationId xmlns:a16="http://schemas.microsoft.com/office/drawing/2014/main" id="{5BC7AD9D-75CD-C3FA-F88F-4D8A87B72273}"/>
              </a:ext>
            </a:extLst>
          </p:cNvPr>
          <p:cNvSpPr>
            <a:spLocks noGrp="1"/>
          </p:cNvSpPr>
          <p:nvPr>
            <p:ph type="ftr" sz="quarter" idx="11"/>
          </p:nvPr>
        </p:nvSpPr>
        <p:spPr>
          <a:xfrm>
            <a:off x="457200" y="6445997"/>
            <a:ext cx="3949302" cy="365125"/>
          </a:xfrm>
        </p:spPr>
        <p:txBody>
          <a:bodyPr/>
          <a:lstStyle/>
          <a:p>
            <a:r>
              <a:rPr lang="en-US"/>
              <a:t>Sample Footer Text</a:t>
            </a:r>
          </a:p>
        </p:txBody>
      </p:sp>
      <p:sp>
        <p:nvSpPr>
          <p:cNvPr id="5" name="Date Placeholder 4">
            <a:extLst>
              <a:ext uri="{FF2B5EF4-FFF2-40B4-BE49-F238E27FC236}">
                <a16:creationId xmlns:a16="http://schemas.microsoft.com/office/drawing/2014/main" id="{F47D41FD-57A5-7CC9-58D3-3ACA20265E6C}"/>
              </a:ext>
            </a:extLst>
          </p:cNvPr>
          <p:cNvSpPr>
            <a:spLocks noGrp="1"/>
          </p:cNvSpPr>
          <p:nvPr>
            <p:ph type="dt" sz="half" idx="10"/>
          </p:nvPr>
        </p:nvSpPr>
        <p:spPr/>
        <p:txBody>
          <a:bodyPr/>
          <a:lstStyle/>
          <a:p>
            <a:fld id="{CF4969BF-940B-4FBC-8397-235C5A271474}" type="datetime1">
              <a:rPr lang="en-US" smtClean="0"/>
              <a:t>11/30/2025</a:t>
            </a:fld>
            <a:endParaRPr lang="en-US"/>
          </a:p>
        </p:txBody>
      </p:sp>
      <p:sp>
        <p:nvSpPr>
          <p:cNvPr id="7" name="Slide Number Placeholder 6">
            <a:extLst>
              <a:ext uri="{FF2B5EF4-FFF2-40B4-BE49-F238E27FC236}">
                <a16:creationId xmlns:a16="http://schemas.microsoft.com/office/drawing/2014/main" id="{6EACC530-F0C1-526A-3F3A-EA8A7A29A70E}"/>
              </a:ext>
            </a:extLst>
          </p:cNvPr>
          <p:cNvSpPr>
            <a:spLocks noGrp="1"/>
          </p:cNvSpPr>
          <p:nvPr>
            <p:ph type="sldNum" sz="quarter" idx="12"/>
          </p:nvPr>
        </p:nvSpPr>
        <p:spPr/>
        <p:txBody>
          <a:bodyPr/>
          <a:lstStyle/>
          <a:p>
            <a:fld id="{DDF60B60-82CA-4BB9-BA6E-A62FADF2374B}" type="slidenum">
              <a:rPr lang="en-US" smtClean="0"/>
              <a:t>‹#›</a:t>
            </a:fld>
            <a:endParaRPr lang="en-US"/>
          </a:p>
        </p:txBody>
      </p:sp>
      <p:cxnSp>
        <p:nvCxnSpPr>
          <p:cNvPr id="9" name="Straight Connector 8">
            <a:extLst>
              <a:ext uri="{FF2B5EF4-FFF2-40B4-BE49-F238E27FC236}">
                <a16:creationId xmlns:a16="http://schemas.microsoft.com/office/drawing/2014/main" id="{09332F2A-AF1E-7A2E-F872-24CEC59A2C2B}"/>
              </a:ext>
            </a:extLst>
          </p:cNvPr>
          <p:cNvCxnSpPr>
            <a:cxnSpLocks/>
          </p:cNvCxnSpPr>
          <p:nvPr/>
        </p:nvCxnSpPr>
        <p:spPr>
          <a:xfrm>
            <a:off x="4643464"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3041477D-FCE4-BE8D-ED72-1A4C8D664981}"/>
              </a:ext>
            </a:extLst>
          </p:cNvPr>
          <p:cNvCxnSpPr>
            <a:cxnSpLocks/>
          </p:cNvCxnSpPr>
          <p:nvPr/>
        </p:nvCxnSpPr>
        <p:spPr>
          <a:xfrm flipH="1">
            <a:off x="0" y="6398068"/>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23409569"/>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Conclusion">
    <p:bg>
      <p:bgRef idx="1001">
        <a:schemeClr val="bg2"/>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319627-2791-E32D-91B0-857B27F822FB}"/>
              </a:ext>
            </a:extLst>
          </p:cNvPr>
          <p:cNvSpPr/>
          <p:nvPr/>
        </p:nvSpPr>
        <p:spPr>
          <a:xfrm>
            <a:off x="0" y="0"/>
            <a:ext cx="12192000" cy="6858000"/>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57200" y="1034473"/>
            <a:ext cx="11122508" cy="1993399"/>
          </a:xfrm>
        </p:spPr>
        <p:txBody>
          <a:bodyPr anchor="b">
            <a:normAutofit/>
          </a:bodyPr>
          <a:lstStyle>
            <a:lvl1pPr>
              <a:defRPr sz="6000" cap="all" baseline="0">
                <a:solidFill>
                  <a:schemeClr val="accent1"/>
                </a:solidFill>
              </a:defRPr>
            </a:lvl1pPr>
          </a:lstStyle>
          <a:p>
            <a:r>
              <a:rPr lang="en-US"/>
              <a:t>Click to edit Master title style</a:t>
            </a:r>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457199" y="3528206"/>
            <a:ext cx="11122509" cy="2754253"/>
          </a:xfrm>
        </p:spPr>
        <p:txBody>
          <a:bodyPr vert="horz" lIns="91440" tIns="45720" rIns="91440" bIns="45720" rtlCol="0">
            <a:normAutofit/>
          </a:bodyPr>
          <a:lstStyle>
            <a:lvl1pPr marL="0" indent="0">
              <a:buNone/>
              <a:defRPr lang="en-US" dirty="0">
                <a:solidFill>
                  <a:schemeClr val="tx2"/>
                </a:solidFill>
              </a:defRPr>
            </a:lvl1pPr>
            <a:lvl2pPr marL="228600" indent="0">
              <a:buNone/>
              <a:defRPr lang="en-US" dirty="0">
                <a:solidFill>
                  <a:schemeClr val="tx2"/>
                </a:solidFill>
              </a:defRPr>
            </a:lvl2pPr>
            <a:lvl3pPr marL="457200" indent="0">
              <a:buNone/>
              <a:defRPr lang="en-US" dirty="0">
                <a:solidFill>
                  <a:schemeClr val="tx2"/>
                </a:solidFill>
              </a:defRPr>
            </a:lvl3pPr>
            <a:lvl4pPr marL="685800" indent="0">
              <a:buNone/>
              <a:defRPr lang="en-US" dirty="0">
                <a:solidFill>
                  <a:schemeClr val="tx2"/>
                </a:solidFill>
              </a:defRPr>
            </a:lvl4pPr>
            <a:lvl5pPr marL="914400" indent="0">
              <a:buNone/>
              <a:defRPr lang="en-US" dirty="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457200" y="6445997"/>
            <a:ext cx="3949302" cy="365125"/>
          </a:xfrm>
        </p:spPr>
        <p:txBody>
          <a:bodyPr/>
          <a:lstStyle>
            <a:lvl1pPr>
              <a:defRPr>
                <a:solidFill>
                  <a:schemeClr val="tx2"/>
                </a:solidFill>
              </a:defRPr>
            </a:lvl1p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2"/>
                </a:solidFill>
              </a:defRPr>
            </a:lvl1pPr>
          </a:lstStyle>
          <a:p>
            <a:fld id="{1DBA68D7-9D7C-42B8-BD6B-A4B9C6BE522F}" type="datetime1">
              <a:rPr lang="en-US" smtClean="0"/>
              <a:t>11/30/2025</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2"/>
                </a:solidFill>
              </a:defRPr>
            </a:lvl1pPr>
          </a:lstStyle>
          <a:p>
            <a:fld id="{DDF60B60-82CA-4BB9-BA6E-A62FADF2374B}" type="slidenum">
              <a:rPr lang="en-US" smtClean="0"/>
              <a:t>‹#›</a:t>
            </a:fld>
            <a:endParaRPr lang="en-US"/>
          </a:p>
        </p:txBody>
      </p:sp>
      <p:cxnSp>
        <p:nvCxnSpPr>
          <p:cNvPr id="11" name="Straight Connector 10">
            <a:extLst>
              <a:ext uri="{FF2B5EF4-FFF2-40B4-BE49-F238E27FC236}">
                <a16:creationId xmlns:a16="http://schemas.microsoft.com/office/drawing/2014/main" id="{E2128EF9-7F8A-2F1B-41F7-2CA02A35CCA7}"/>
              </a:ext>
            </a:extLst>
          </p:cNvPr>
          <p:cNvCxnSpPr>
            <a:cxnSpLocks/>
          </p:cNvCxnSpPr>
          <p:nvPr/>
        </p:nvCxnSpPr>
        <p:spPr>
          <a:xfrm flipH="1">
            <a:off x="0" y="3191402"/>
            <a:ext cx="12192000" cy="0"/>
          </a:xfrm>
          <a:prstGeom prst="line">
            <a:avLst/>
          </a:prstGeom>
          <a:ln w="12700">
            <a:solidFill>
              <a:schemeClr val="tx1">
                <a:lumMod val="75000"/>
                <a:lumOff val="25000"/>
                <a:alpha val="3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61477608"/>
      </p:ext>
    </p:extLst>
  </p:cSld>
  <p:clrMapOvr>
    <a:overrideClrMapping bg1="lt1" tx1="dk1" bg2="lt2" tx2="dk2" accent1="accent1" accent2="accent2" accent3="accent3" accent4="accent4" accent5="accent5" accent6="accent6" hlink="hlink" folHlink="folHlink"/>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cSld name="Conclusion 2">
    <p:bg>
      <p:bgRef idx="1001">
        <a:schemeClr val="bg2"/>
      </p:bgRef>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7CD7571-736E-B4CB-34E0-C8B31B5A98C2}"/>
              </a:ext>
            </a:extLst>
          </p:cNvPr>
          <p:cNvSpPr/>
          <p:nvPr/>
        </p:nvSpPr>
        <p:spPr>
          <a:xfrm>
            <a:off x="0" y="0"/>
            <a:ext cx="12192000" cy="6858000"/>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57200" y="1034473"/>
            <a:ext cx="6768193" cy="1993399"/>
          </a:xfrm>
        </p:spPr>
        <p:txBody>
          <a:bodyPr anchor="b">
            <a:normAutofit/>
          </a:bodyPr>
          <a:lstStyle>
            <a:lvl1pPr>
              <a:defRPr sz="6000" cap="all" baseline="0">
                <a:solidFill>
                  <a:schemeClr val="accent1"/>
                </a:solidFill>
              </a:defRPr>
            </a:lvl1pPr>
          </a:lstStyle>
          <a:p>
            <a:r>
              <a:rPr lang="en-US"/>
              <a:t>Click to edit Master title style</a:t>
            </a:r>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457200" y="3528206"/>
            <a:ext cx="6768193" cy="1794899"/>
          </a:xfrm>
        </p:spPr>
        <p:txBody>
          <a:bodyPr vert="horz" lIns="91440" tIns="45720" rIns="91440" bIns="45720" rtlCol="0">
            <a:normAutofit/>
          </a:bodyPr>
          <a:lstStyle>
            <a:lvl1pPr marL="0" indent="0">
              <a:buNone/>
              <a:defRPr lang="en-US" dirty="0">
                <a:solidFill>
                  <a:schemeClr val="tx2"/>
                </a:solidFill>
              </a:defRPr>
            </a:lvl1pPr>
            <a:lvl2pPr marL="228600" indent="0">
              <a:buNone/>
              <a:defRPr lang="en-US" dirty="0">
                <a:solidFill>
                  <a:schemeClr val="tx2"/>
                </a:solidFill>
              </a:defRPr>
            </a:lvl2pPr>
            <a:lvl3pPr marL="457200" indent="0">
              <a:buNone/>
              <a:defRPr lang="en-US" dirty="0">
                <a:solidFill>
                  <a:schemeClr val="tx2"/>
                </a:solidFill>
              </a:defRPr>
            </a:lvl3pPr>
            <a:lvl4pPr marL="685800" indent="0">
              <a:buNone/>
              <a:defRPr lang="en-US" dirty="0">
                <a:solidFill>
                  <a:schemeClr val="tx2"/>
                </a:solidFill>
              </a:defRPr>
            </a:lvl4pPr>
            <a:lvl5pPr marL="914400" indent="0">
              <a:buNone/>
              <a:defRPr lang="en-US" dirty="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457200" y="6445997"/>
            <a:ext cx="3949302" cy="365125"/>
          </a:xfrm>
        </p:spPr>
        <p:txBody>
          <a:bodyPr/>
          <a:lstStyle>
            <a:lvl1pPr>
              <a:defRPr>
                <a:solidFill>
                  <a:schemeClr val="tx2"/>
                </a:solidFill>
              </a:defRPr>
            </a:lvl1p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2"/>
                </a:solidFill>
              </a:defRPr>
            </a:lvl1pPr>
          </a:lstStyle>
          <a:p>
            <a:fld id="{1F39104F-A6E3-4FB2-902A-A12FD9746726}" type="datetime1">
              <a:rPr lang="en-US" smtClean="0"/>
              <a:t>11/30/2025</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2"/>
                </a:solidFill>
              </a:defRPr>
            </a:lvl1pPr>
          </a:lstStyle>
          <a:p>
            <a:fld id="{DDF60B60-82CA-4BB9-BA6E-A62FADF2374B}" type="slidenum">
              <a:rPr lang="en-US" smtClean="0"/>
              <a:t>‹#›</a:t>
            </a:fld>
            <a:endParaRPr lang="en-US"/>
          </a:p>
        </p:txBody>
      </p:sp>
      <p:cxnSp>
        <p:nvCxnSpPr>
          <p:cNvPr id="11" name="Straight Connector 10">
            <a:extLst>
              <a:ext uri="{FF2B5EF4-FFF2-40B4-BE49-F238E27FC236}">
                <a16:creationId xmlns:a16="http://schemas.microsoft.com/office/drawing/2014/main" id="{E2128EF9-7F8A-2F1B-41F7-2CA02A35CCA7}"/>
              </a:ext>
            </a:extLst>
          </p:cNvPr>
          <p:cNvCxnSpPr>
            <a:cxnSpLocks/>
          </p:cNvCxnSpPr>
          <p:nvPr/>
        </p:nvCxnSpPr>
        <p:spPr>
          <a:xfrm flipH="1">
            <a:off x="0" y="3191402"/>
            <a:ext cx="12192000" cy="0"/>
          </a:xfrm>
          <a:prstGeom prst="line">
            <a:avLst/>
          </a:prstGeom>
          <a:ln w="12700">
            <a:solidFill>
              <a:schemeClr val="tx1">
                <a:lumMod val="75000"/>
                <a:lumOff val="25000"/>
                <a:alpha val="3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35089216"/>
      </p:ext>
    </p:extLst>
  </p:cSld>
  <p:clrMapOvr>
    <a:overrideClrMapping bg1="lt1" tx1="dk1" bg2="lt2" tx2="dk2" accent1="accent1" accent2="accent2" accent3="accent3" accent4="accent4" accent5="accent5" accent6="accent6" hlink="hlink" folHlink="folHlink"/>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Content with Picture 17">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546804" y="2427156"/>
            <a:ext cx="4186010" cy="3905381"/>
          </a:xfrm>
          <a:blipFill>
            <a:blip r:embed="rId2">
              <a:alphaModFix amt="70000"/>
            </a:blip>
            <a:stretch>
              <a:fillRect l="-718" r="1"/>
            </a:stretch>
          </a:blipFill>
        </p:spPr>
        <p:txBody>
          <a:bodyPr vert="horz" lIns="91440" tIns="0" rIns="0" bIns="0" rtlCol="0">
            <a:noAutofit/>
          </a:bodyPr>
          <a:lstStyle>
            <a:lvl1pPr marL="0" indent="0">
              <a:buNone/>
              <a:defRPr lang="en-US" sz="2400" b="0" i="0"/>
            </a:lvl1pPr>
          </a:lstStyle>
          <a:p>
            <a:pPr marL="228600" lvl="0" indent="-228600">
              <a:lnSpc>
                <a:spcPct val="150000"/>
              </a:lnSpc>
            </a:pPr>
            <a:r>
              <a:rPr lang="en-US"/>
              <a:t> </a:t>
            </a: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21791" y="548638"/>
            <a:ext cx="5111021" cy="2492735"/>
          </a:xfrm>
        </p:spPr>
        <p:txBody>
          <a:bodyPr anchor="t" anchorCtr="0">
            <a:noAutofit/>
          </a:bodyPr>
          <a:lstStyle>
            <a:lvl1pPr>
              <a:defRPr sz="4000">
                <a:solidFill>
                  <a:schemeClr val="bg1"/>
                </a:solidFill>
                <a:highlight>
                  <a:srgbClr val="000000"/>
                </a:highlight>
              </a:defRPr>
            </a:lvl1pPr>
          </a:lstStyle>
          <a:p>
            <a:r>
              <a:rPr lang="en-US"/>
              <a:t>Click to edit Master title style</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6096000" y="549275"/>
            <a:ext cx="5585925" cy="57832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4E73FE0C-303A-49D2-B22C-9FE8AE7D9EF1}" type="datetime1">
              <a:rPr lang="en-US" smtClean="0"/>
              <a:t>11/30/2025</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820396922"/>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AD96F6A0-07FF-1828-19D1-FE1D9B92187E}"/>
              </a:ext>
            </a:extLst>
          </p:cNvPr>
          <p:cNvSpPr>
            <a:spLocks noGrp="1"/>
          </p:cNvSpPr>
          <p:nvPr>
            <p:ph type="title"/>
          </p:nvPr>
        </p:nvSpPr>
        <p:spPr>
          <a:xfrm>
            <a:off x="621792" y="548640"/>
            <a:ext cx="11060134" cy="731520"/>
          </a:xfrm>
        </p:spPr>
        <p:txBody>
          <a:bodyPr>
            <a:normAutofit/>
          </a:bodyPr>
          <a:lstStyle>
            <a:lvl1pPr>
              <a:defRPr sz="4000">
                <a:solidFill>
                  <a:schemeClr val="bg1"/>
                </a:solidFill>
                <a:highlight>
                  <a:srgbClr val="000000"/>
                </a:highlight>
              </a:defRPr>
            </a:lvl1p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621792" y="1463040"/>
            <a:ext cx="11064240" cy="4937760"/>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990E4242-8CA0-457D-B3B1-7D78B4164321}" type="datetime1">
              <a:rPr lang="en-US" smtClean="0"/>
              <a:t>11/30/2025</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951956715"/>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Content with Picture 15">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1"/>
            <a:ext cx="4023360" cy="6858000"/>
          </a:xfrm>
          <a:blipFill dpi="0" rotWithShape="1">
            <a:blip r:embed="rId2">
              <a:alphaModFix amt="70000"/>
            </a:blip>
            <a:srcRect/>
            <a:stretch>
              <a:fillRect/>
            </a:stretch>
          </a:blipFill>
        </p:spPr>
        <p:txBody>
          <a:bodyPr vert="horz" lIns="91440" tIns="45720" rIns="91440" bIns="45720" rtlCol="0">
            <a:normAutofit/>
          </a:bodyPr>
          <a:lstStyle>
            <a:lvl1pPr marL="0" indent="0">
              <a:buFont typeface="Arial" panose="020B0604020202020204" pitchFamily="34" charset="0"/>
              <a:buNone/>
              <a:defRPr lang="en-US"/>
            </a:lvl1pPr>
          </a:lstStyle>
          <a:p>
            <a:pPr lvl="0"/>
            <a:r>
              <a:rPr lang="en-US"/>
              <a:t> </a:t>
            </a: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101537" y="320039"/>
            <a:ext cx="8502199" cy="1258389"/>
          </a:xfrm>
        </p:spPr>
        <p:txBody>
          <a:bodyPr anchor="b">
            <a:noAutofit/>
          </a:bodyPr>
          <a:lstStyle>
            <a:lvl1pPr>
              <a:defRPr sz="4000">
                <a:solidFill>
                  <a:schemeClr val="bg1"/>
                </a:solidFill>
                <a:highlight>
                  <a:srgbClr val="000000"/>
                </a:highlight>
              </a:defRPr>
            </a:lvl1pPr>
          </a:lstStyle>
          <a:p>
            <a:r>
              <a:rPr lang="en-US"/>
              <a:t>Click to edit Master title style</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745736" y="1725386"/>
            <a:ext cx="6858000" cy="46388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F0BFB53A-8FDF-F131-DCF2-D7BECE95381F}"/>
              </a:ext>
            </a:extLst>
          </p:cNvPr>
          <p:cNvSpPr>
            <a:spLocks noGrp="1"/>
          </p:cNvSpPr>
          <p:nvPr>
            <p:ph type="dt" sz="half" idx="15"/>
          </p:nvPr>
        </p:nvSpPr>
        <p:spPr>
          <a:xfrm>
            <a:off x="4745736" y="6453002"/>
            <a:ext cx="3494314" cy="365125"/>
          </a:xfrm>
        </p:spPr>
        <p:txBody>
          <a:bodyPr/>
          <a:lstStyle/>
          <a:p>
            <a:fld id="{1A5F77D0-C28E-4573-88F0-0A30FF98888E}" type="datetime1">
              <a:rPr lang="en-US" smtClean="0"/>
              <a:t>11/30/2025</a:t>
            </a:fld>
            <a:endParaRPr lang="en-US"/>
          </a:p>
        </p:txBody>
      </p:sp>
      <p:sp>
        <p:nvSpPr>
          <p:cNvPr id="4" name="Footer Placeholder 3">
            <a:extLst>
              <a:ext uri="{FF2B5EF4-FFF2-40B4-BE49-F238E27FC236}">
                <a16:creationId xmlns:a16="http://schemas.microsoft.com/office/drawing/2014/main" id="{5446E4B5-B423-4137-0255-D68BAC85BE95}"/>
              </a:ext>
            </a:extLst>
          </p:cNvPr>
          <p:cNvSpPr>
            <a:spLocks noGrp="1"/>
          </p:cNvSpPr>
          <p:nvPr>
            <p:ph type="ftr" sz="quarter" idx="16"/>
          </p:nvPr>
        </p:nvSpPr>
        <p:spPr/>
        <p:txBody>
          <a:bodyPr/>
          <a:lstStyle/>
          <a:p>
            <a:r>
              <a:rPr lang="en-US"/>
              <a:t>Sample Footer Text</a:t>
            </a:r>
          </a:p>
        </p:txBody>
      </p:sp>
      <p:sp>
        <p:nvSpPr>
          <p:cNvPr id="9" name="Slide Number Placeholder 8">
            <a:extLst>
              <a:ext uri="{FF2B5EF4-FFF2-40B4-BE49-F238E27FC236}">
                <a16:creationId xmlns:a16="http://schemas.microsoft.com/office/drawing/2014/main" id="{79FEC5A8-0DCB-9EEB-83E2-0411804C543D}"/>
              </a:ext>
            </a:extLst>
          </p:cNvPr>
          <p:cNvSpPr>
            <a:spLocks noGrp="1"/>
          </p:cNvSpPr>
          <p:nvPr>
            <p:ph type="sldNum" sz="quarter" idx="17"/>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666359024"/>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p:cSld name="Content with Picture 6">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0"/>
            <a:ext cx="6611509" cy="6858000"/>
          </a:xfrm>
          <a:blipFill>
            <a:blip r:embed="rId2">
              <a:alphaModFix amt="70000"/>
            </a:blip>
            <a:stretch>
              <a:fillRect/>
            </a:stretch>
          </a:blipFill>
        </p:spPr>
        <p:txBody>
          <a:bodyPr vert="horz" lIns="91440" tIns="0" rIns="0" bIns="0" rtlCol="0">
            <a:noAutofit/>
          </a:bodyPr>
          <a:lstStyle>
            <a:lvl1pPr marL="0" indent="0">
              <a:buNone/>
              <a:defRPr lang="en-US" sz="2400" b="0" i="0"/>
            </a:lvl1pPr>
          </a:lstStyle>
          <a:p>
            <a:pPr marL="228600" lvl="0" indent="-228600">
              <a:lnSpc>
                <a:spcPct val="150000"/>
              </a:lnSpc>
            </a:pPr>
            <a:r>
              <a:rPr lang="en-US"/>
              <a:t> </a:t>
            </a: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409768" y="548640"/>
            <a:ext cx="6217920" cy="1425587"/>
          </a:xfrm>
        </p:spPr>
        <p:txBody>
          <a:bodyPr anchor="b">
            <a:normAutofit/>
          </a:bodyPr>
          <a:lstStyle>
            <a:lvl1pPr>
              <a:defRPr sz="4000">
                <a:solidFill>
                  <a:schemeClr val="bg1"/>
                </a:solidFill>
                <a:highlight>
                  <a:srgbClr val="000000"/>
                </a:highlight>
              </a:defRPr>
            </a:lvl1pPr>
          </a:lstStyle>
          <a:p>
            <a:r>
              <a:rPr lang="en-US"/>
              <a:t>Click to edit Master title style</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6973829" y="2103120"/>
            <a:ext cx="4572000" cy="42976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4C7EAF46-1E68-65AC-7FFE-0B11DA3B892A}"/>
              </a:ext>
            </a:extLst>
          </p:cNvPr>
          <p:cNvSpPr>
            <a:spLocks noGrp="1"/>
          </p:cNvSpPr>
          <p:nvPr>
            <p:ph type="dt" sz="half" idx="15"/>
          </p:nvPr>
        </p:nvSpPr>
        <p:spPr>
          <a:xfrm>
            <a:off x="6973829" y="6453002"/>
            <a:ext cx="914400" cy="365125"/>
          </a:xfrm>
        </p:spPr>
        <p:txBody>
          <a:bodyPr/>
          <a:lstStyle/>
          <a:p>
            <a:fld id="{D291CE83-67BA-4B15-B48A-7DC5C0636664}" type="datetime1">
              <a:rPr lang="en-US" smtClean="0"/>
              <a:t>11/30/2025</a:t>
            </a:fld>
            <a:endParaRPr lang="en-US"/>
          </a:p>
        </p:txBody>
      </p:sp>
      <p:sp>
        <p:nvSpPr>
          <p:cNvPr id="4" name="Footer Placeholder 3">
            <a:extLst>
              <a:ext uri="{FF2B5EF4-FFF2-40B4-BE49-F238E27FC236}">
                <a16:creationId xmlns:a16="http://schemas.microsoft.com/office/drawing/2014/main" id="{96592920-42E4-564A-FF10-87A61B290C03}"/>
              </a:ext>
            </a:extLst>
          </p:cNvPr>
          <p:cNvSpPr>
            <a:spLocks noGrp="1"/>
          </p:cNvSpPr>
          <p:nvPr>
            <p:ph type="ftr" sz="quarter" idx="16"/>
          </p:nvPr>
        </p:nvSpPr>
        <p:spPr/>
        <p:txBody>
          <a:bodyPr/>
          <a:lstStyle/>
          <a:p>
            <a:r>
              <a:rPr lang="en-US"/>
              <a:t>Sample Footer Text</a:t>
            </a:r>
          </a:p>
        </p:txBody>
      </p:sp>
      <p:sp>
        <p:nvSpPr>
          <p:cNvPr id="9" name="Slide Number Placeholder 8">
            <a:extLst>
              <a:ext uri="{FF2B5EF4-FFF2-40B4-BE49-F238E27FC236}">
                <a16:creationId xmlns:a16="http://schemas.microsoft.com/office/drawing/2014/main" id="{832E3C91-6E96-4B5B-04BF-42DADB929082}"/>
              </a:ext>
            </a:extLst>
          </p:cNvPr>
          <p:cNvSpPr>
            <a:spLocks noGrp="1"/>
          </p:cNvSpPr>
          <p:nvPr>
            <p:ph type="sldNum" sz="quarter" idx="17"/>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482119804"/>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Content with Picture 4">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1713A3F4-E223-745E-5A5E-95DF707B229D}"/>
              </a:ext>
            </a:extLst>
          </p:cNvPr>
          <p:cNvSpPr>
            <a:spLocks noGrp="1"/>
          </p:cNvSpPr>
          <p:nvPr>
            <p:ph type="pic" sz="quarter" idx="18" hasCustomPrompt="1"/>
          </p:nvPr>
        </p:nvSpPr>
        <p:spPr>
          <a:xfrm>
            <a:off x="0" y="0"/>
            <a:ext cx="7584144" cy="6858000"/>
          </a:xfrm>
          <a:blipFill>
            <a:blip r:embed="rId2">
              <a:alphaModFix amt="70000"/>
            </a:blip>
            <a:stretch>
              <a:fillRect/>
            </a:stretch>
          </a:blipFill>
        </p:spPr>
        <p:txBody>
          <a:bodyPr vert="horz" lIns="91440" tIns="0" rIns="0" bIns="0" rtlCol="0">
            <a:noAutofit/>
          </a:bodyPr>
          <a:lstStyle>
            <a:lvl1pPr marL="0" indent="0">
              <a:buNone/>
              <a:defRPr lang="en-US" sz="2400" b="0" i="0"/>
            </a:lvl1pPr>
          </a:lstStyle>
          <a:p>
            <a:pPr marL="228600" lvl="0" indent="-228600">
              <a:lnSpc>
                <a:spcPct val="150000"/>
              </a:lnSpc>
            </a:pPr>
            <a:r>
              <a:rPr lang="en-US"/>
              <a:t>   </a:t>
            </a: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665484" y="548639"/>
            <a:ext cx="4948747" cy="1554480"/>
          </a:xfrm>
        </p:spPr>
        <p:txBody>
          <a:bodyPr anchor="b">
            <a:noAutofit/>
          </a:bodyPr>
          <a:lstStyle>
            <a:lvl1pPr>
              <a:defRPr sz="4000">
                <a:solidFill>
                  <a:schemeClr val="bg1"/>
                </a:solidFill>
                <a:highlight>
                  <a:srgbClr val="000000"/>
                </a:highlight>
              </a:defRPr>
            </a:lvl1pPr>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8212790" y="2256079"/>
            <a:ext cx="3401568" cy="4052646"/>
          </a:xfrm>
        </p:spPr>
        <p:txBody>
          <a:bodyPr>
            <a:norm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50E7F2C8-9BB5-5A36-DB20-9787777B5325}"/>
              </a:ext>
            </a:extLst>
          </p:cNvPr>
          <p:cNvSpPr>
            <a:spLocks noGrp="1"/>
          </p:cNvSpPr>
          <p:nvPr>
            <p:ph type="dt" sz="half" idx="19"/>
          </p:nvPr>
        </p:nvSpPr>
        <p:spPr>
          <a:xfrm>
            <a:off x="8212790" y="6453002"/>
            <a:ext cx="700122" cy="365125"/>
          </a:xfrm>
        </p:spPr>
        <p:txBody>
          <a:bodyPr/>
          <a:lstStyle/>
          <a:p>
            <a:fld id="{D291CE83-67BA-4B15-B48A-7DC5C0636664}" type="datetime1">
              <a:rPr lang="en-US" smtClean="0"/>
              <a:t>11/30/2025</a:t>
            </a:fld>
            <a:endParaRPr lang="en-US"/>
          </a:p>
        </p:txBody>
      </p:sp>
      <p:sp>
        <p:nvSpPr>
          <p:cNvPr id="6" name="Footer Placeholder 5">
            <a:extLst>
              <a:ext uri="{FF2B5EF4-FFF2-40B4-BE49-F238E27FC236}">
                <a16:creationId xmlns:a16="http://schemas.microsoft.com/office/drawing/2014/main" id="{75E82E6E-2852-09FE-EC5A-6731A616887B}"/>
              </a:ext>
            </a:extLst>
          </p:cNvPr>
          <p:cNvSpPr>
            <a:spLocks noGrp="1"/>
          </p:cNvSpPr>
          <p:nvPr>
            <p:ph type="ftr" sz="quarter" idx="20"/>
          </p:nvPr>
        </p:nvSpPr>
        <p:spPr>
          <a:xfrm>
            <a:off x="9981282" y="6453002"/>
            <a:ext cx="1671616" cy="365125"/>
          </a:xfrm>
        </p:spPr>
        <p:txBody>
          <a:bodyPr/>
          <a:lstStyle/>
          <a:p>
            <a:r>
              <a:rPr lang="en-US"/>
              <a:t>Sample Footer Text</a:t>
            </a:r>
          </a:p>
        </p:txBody>
      </p:sp>
      <p:sp>
        <p:nvSpPr>
          <p:cNvPr id="7" name="Slide Number Placeholder 6">
            <a:extLst>
              <a:ext uri="{FF2B5EF4-FFF2-40B4-BE49-F238E27FC236}">
                <a16:creationId xmlns:a16="http://schemas.microsoft.com/office/drawing/2014/main" id="{C13912C2-0382-F60C-2417-551BD5AC3331}"/>
              </a:ext>
            </a:extLst>
          </p:cNvPr>
          <p:cNvSpPr>
            <a:spLocks noGrp="1"/>
          </p:cNvSpPr>
          <p:nvPr>
            <p:ph type="sldNum" sz="quarter" idx="21"/>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192127009"/>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Section Header">
    <p:bg>
      <p:bgPr>
        <a:solidFill>
          <a:schemeClr val="tx2">
            <a:lumMod val="10000"/>
          </a:schemeClr>
        </a:solid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BC495B9-31B7-A921-454B-E736C53FF6FD}"/>
              </a:ext>
            </a:extLst>
          </p:cNvPr>
          <p:cNvSpPr>
            <a:spLocks noGrp="1"/>
          </p:cNvSpPr>
          <p:nvPr>
            <p:ph type="title"/>
          </p:nvPr>
        </p:nvSpPr>
        <p:spPr>
          <a:xfrm>
            <a:off x="365760" y="1801368"/>
            <a:ext cx="8602201" cy="4572000"/>
          </a:xfrm>
        </p:spPr>
        <p:txBody>
          <a:bodyPr anchor="b">
            <a:normAutofit/>
          </a:bodyPr>
          <a:lstStyle>
            <a:lvl1pPr>
              <a:defRPr sz="6000">
                <a:solidFill>
                  <a:schemeClr val="bg1"/>
                </a:solidFill>
                <a:highlight>
                  <a:srgbClr val="FFFFFF"/>
                </a:highlight>
              </a:defRPr>
            </a:lvl1pPr>
          </a:lstStyle>
          <a:p>
            <a:r>
              <a:rPr lang="en-US"/>
              <a:t>Click to edit Master title style</a:t>
            </a:r>
          </a:p>
        </p:txBody>
      </p:sp>
      <p:sp>
        <p:nvSpPr>
          <p:cNvPr id="3" name="Date Placeholder 2">
            <a:extLst>
              <a:ext uri="{FF2B5EF4-FFF2-40B4-BE49-F238E27FC236}">
                <a16:creationId xmlns:a16="http://schemas.microsoft.com/office/drawing/2014/main" id="{8AF88F44-4C4F-85C2-1FE6-2123E5283326}"/>
              </a:ext>
            </a:extLst>
          </p:cNvPr>
          <p:cNvSpPr>
            <a:spLocks noGrp="1"/>
          </p:cNvSpPr>
          <p:nvPr>
            <p:ph type="dt" sz="half" idx="10"/>
          </p:nvPr>
        </p:nvSpPr>
        <p:spPr>
          <a:xfrm>
            <a:off x="137160" y="85237"/>
            <a:ext cx="3494314" cy="365125"/>
          </a:xfrm>
        </p:spPr>
        <p:txBody>
          <a:bodyPr/>
          <a:lstStyle/>
          <a:p>
            <a:fld id="{D291CE83-67BA-4B15-B48A-7DC5C0636664}" type="datetime1">
              <a:rPr lang="en-US" smtClean="0"/>
              <a:t>11/30/2025</a:t>
            </a:fld>
            <a:endParaRPr lang="en-US"/>
          </a:p>
        </p:txBody>
      </p:sp>
      <p:sp>
        <p:nvSpPr>
          <p:cNvPr id="7" name="Footer Placeholder 6">
            <a:extLst>
              <a:ext uri="{FF2B5EF4-FFF2-40B4-BE49-F238E27FC236}">
                <a16:creationId xmlns:a16="http://schemas.microsoft.com/office/drawing/2014/main" id="{04FA8B22-3C74-0DF4-C4FE-B5F3DD109F7E}"/>
              </a:ext>
            </a:extLst>
          </p:cNvPr>
          <p:cNvSpPr>
            <a:spLocks noGrp="1"/>
          </p:cNvSpPr>
          <p:nvPr>
            <p:ph type="ftr" sz="quarter" idx="11"/>
          </p:nvPr>
        </p:nvSpPr>
        <p:spPr>
          <a:xfrm>
            <a:off x="8847493" y="85237"/>
            <a:ext cx="2805405" cy="365125"/>
          </a:xfrm>
        </p:spPr>
        <p:txBody>
          <a:bodyPr/>
          <a:lstStyle/>
          <a:p>
            <a:r>
              <a:rPr lang="en-US"/>
              <a:t>Sample Footer Text</a:t>
            </a:r>
          </a:p>
        </p:txBody>
      </p:sp>
      <p:sp>
        <p:nvSpPr>
          <p:cNvPr id="8" name="Slide Number Placeholder 7">
            <a:extLst>
              <a:ext uri="{FF2B5EF4-FFF2-40B4-BE49-F238E27FC236}">
                <a16:creationId xmlns:a16="http://schemas.microsoft.com/office/drawing/2014/main" id="{0CEEDE28-9EB0-1179-9BB8-354B44AFCA1F}"/>
              </a:ext>
            </a:extLst>
          </p:cNvPr>
          <p:cNvSpPr>
            <a:spLocks noGrp="1"/>
          </p:cNvSpPr>
          <p:nvPr>
            <p:ph type="sldNum" sz="quarter" idx="12"/>
          </p:nvPr>
        </p:nvSpPr>
        <p:spPr>
          <a:xfrm>
            <a:off x="11681926" y="85237"/>
            <a:ext cx="379443" cy="365125"/>
          </a:xfrm>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89926823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p:cSld name="Content with Picture 20">
    <p:spTree>
      <p:nvGrpSpPr>
        <p:cNvPr id="1" name=""/>
        <p:cNvGrpSpPr/>
        <p:nvPr/>
      </p:nvGrpSpPr>
      <p:grpSpPr>
        <a:xfrm>
          <a:off x="0" y="0"/>
          <a:ext cx="0" cy="0"/>
          <a:chOff x="0" y="0"/>
          <a:chExt cx="0" cy="0"/>
        </a:xfrm>
      </p:grpSpPr>
      <p:sp>
        <p:nvSpPr>
          <p:cNvPr id="12" name="Picture Placeholder 11">
            <a:extLst>
              <a:ext uri="{FF2B5EF4-FFF2-40B4-BE49-F238E27FC236}">
                <a16:creationId xmlns:a16="http://schemas.microsoft.com/office/drawing/2014/main" id="{8CBFB767-CAF2-628B-7675-91B983B225CB}"/>
              </a:ext>
            </a:extLst>
          </p:cNvPr>
          <p:cNvSpPr>
            <a:spLocks noGrp="1"/>
          </p:cNvSpPr>
          <p:nvPr>
            <p:ph type="pic" sz="quarter" idx="13" hasCustomPrompt="1"/>
          </p:nvPr>
        </p:nvSpPr>
        <p:spPr>
          <a:xfrm>
            <a:off x="0" y="0"/>
            <a:ext cx="4076700" cy="4193427"/>
          </a:xfrm>
          <a:blipFill>
            <a:blip r:embed="rId2">
              <a:alphaModFix amt="70000"/>
            </a:blip>
            <a:stretch>
              <a:fillRect/>
            </a:stretch>
          </a:blipFill>
        </p:spPr>
        <p:txBody>
          <a:bodyPr vert="horz" lIns="91440" tIns="0" rIns="0" bIns="0" rtlCol="0">
            <a:noAutofit/>
          </a:bodyPr>
          <a:lstStyle>
            <a:lvl1pPr marL="0" indent="0">
              <a:buNone/>
              <a:defRPr lang="en-US" sz="2400" b="0" i="0"/>
            </a:lvl1pPr>
          </a:lstStyle>
          <a:p>
            <a:pPr marL="228600" lvl="0" indent="-228600">
              <a:lnSpc>
                <a:spcPct val="150000"/>
              </a:lnSpc>
            </a:pPr>
            <a:r>
              <a:rPr lang="en-US"/>
              <a:t> </a:t>
            </a:r>
          </a:p>
        </p:txBody>
      </p:sp>
      <p:sp>
        <p:nvSpPr>
          <p:cNvPr id="2" name="Title 1">
            <a:extLst>
              <a:ext uri="{FF2B5EF4-FFF2-40B4-BE49-F238E27FC236}">
                <a16:creationId xmlns:a16="http://schemas.microsoft.com/office/drawing/2014/main" id="{9B0FF197-4D72-4945-8068-57D52018E6C9}"/>
              </a:ext>
            </a:extLst>
          </p:cNvPr>
          <p:cNvSpPr>
            <a:spLocks noGrp="1"/>
          </p:cNvSpPr>
          <p:nvPr>
            <p:ph type="title"/>
          </p:nvPr>
        </p:nvSpPr>
        <p:spPr>
          <a:xfrm>
            <a:off x="660591" y="3786474"/>
            <a:ext cx="4169890" cy="1614008"/>
          </a:xfrm>
        </p:spPr>
        <p:txBody>
          <a:bodyPr anchor="t">
            <a:noAutofit/>
          </a:bodyPr>
          <a:lstStyle>
            <a:lvl1pPr algn="r">
              <a:defRPr sz="4000">
                <a:solidFill>
                  <a:schemeClr val="bg1"/>
                </a:solidFill>
                <a:highlight>
                  <a:srgbClr val="000000"/>
                </a:highlight>
              </a:defRPr>
            </a:lvl1pPr>
          </a:lstStyle>
          <a:p>
            <a:r>
              <a:rPr lang="en-US"/>
              <a:t>Click to edit Master title style</a:t>
            </a:r>
          </a:p>
        </p:txBody>
      </p:sp>
      <p:sp>
        <p:nvSpPr>
          <p:cNvPr id="8" name="Content Placeholder 2">
            <a:extLst>
              <a:ext uri="{FF2B5EF4-FFF2-40B4-BE49-F238E27FC236}">
                <a16:creationId xmlns:a16="http://schemas.microsoft.com/office/drawing/2014/main" id="{A40C7A95-E12A-CD85-629E-0A9E34DCE380}"/>
              </a:ext>
            </a:extLst>
          </p:cNvPr>
          <p:cNvSpPr>
            <a:spLocks noGrp="1"/>
          </p:cNvSpPr>
          <p:nvPr>
            <p:ph idx="1"/>
          </p:nvPr>
        </p:nvSpPr>
        <p:spPr>
          <a:xfrm>
            <a:off x="5499291" y="914400"/>
            <a:ext cx="5773936" cy="5029200"/>
          </a:xfrm>
        </p:spPr>
        <p:txBody>
          <a:bodyPr>
            <a:norm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727357F-46A1-493A-A5E4-1D7FAE5B9960}"/>
              </a:ext>
            </a:extLst>
          </p:cNvPr>
          <p:cNvSpPr>
            <a:spLocks noGrp="1"/>
          </p:cNvSpPr>
          <p:nvPr>
            <p:ph type="dt" sz="half" idx="10"/>
          </p:nvPr>
        </p:nvSpPr>
        <p:spPr/>
        <p:txBody>
          <a:bodyPr/>
          <a:lstStyle/>
          <a:p>
            <a:fld id="{09E58DE0-2D5A-4C5D-BB9F-60B17AEDD2D8}" type="datetimeFigureOut">
              <a:rPr lang="en-US" smtClean="0"/>
              <a:t>11/30/2025</a:t>
            </a:fld>
            <a:endParaRPr lang="en-US"/>
          </a:p>
        </p:txBody>
      </p:sp>
      <p:sp>
        <p:nvSpPr>
          <p:cNvPr id="5" name="Footer Placeholder 4">
            <a:extLst>
              <a:ext uri="{FF2B5EF4-FFF2-40B4-BE49-F238E27FC236}">
                <a16:creationId xmlns:a16="http://schemas.microsoft.com/office/drawing/2014/main" id="{C57277BC-26F9-4B14-A2DC-C7575C5A639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07BC3FF-EE25-45FB-A7A8-AAA522F70748}"/>
              </a:ext>
            </a:extLst>
          </p:cNvPr>
          <p:cNvSpPr>
            <a:spLocks noGrp="1"/>
          </p:cNvSpPr>
          <p:nvPr>
            <p:ph type="sldNum" sz="quarter" idx="12"/>
          </p:nvPr>
        </p:nvSpPr>
        <p:spPr/>
        <p:txBody>
          <a:bodyPr/>
          <a:lstStyle/>
          <a:p>
            <a:fld id="{B37E107C-2248-4498-B52C-AA96C672919A}" type="slidenum">
              <a:rPr lang="en-US" smtClean="0"/>
              <a:t>‹#›</a:t>
            </a:fld>
            <a:endParaRPr lang="en-US"/>
          </a:p>
        </p:txBody>
      </p:sp>
    </p:spTree>
    <p:extLst>
      <p:ext uri="{BB962C8B-B14F-4D97-AF65-F5344CB8AC3E}">
        <p14:creationId xmlns:p14="http://schemas.microsoft.com/office/powerpoint/2010/main" val="3543366866"/>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obj"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768096" y="822960"/>
            <a:ext cx="10706100" cy="683912"/>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774654" y="1506872"/>
            <a:ext cx="10693446" cy="46653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D7E3ECEC-7E7B-4FB9-BAE8-5C10F12795EA}" type="datetimeFigureOut">
              <a:rPr lang="en-US" smtClean="0"/>
              <a:t>11/30/2025</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945396834"/>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p:cSld name="Content with Picture 1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68096" y="822959"/>
            <a:ext cx="4811167" cy="916991"/>
          </a:xfrm>
        </p:spPr>
        <p:txBody>
          <a:bodyPr anchor="t"/>
          <a:lstStyle/>
          <a:p>
            <a:r>
              <a:rPr lang="en-US"/>
              <a:t>Click to edit Master title style</a:t>
            </a:r>
          </a:p>
        </p:txBody>
      </p:sp>
      <p:sp>
        <p:nvSpPr>
          <p:cNvPr id="12" name="Picture Placeholder 11">
            <a:extLst>
              <a:ext uri="{FF2B5EF4-FFF2-40B4-BE49-F238E27FC236}">
                <a16:creationId xmlns:a16="http://schemas.microsoft.com/office/drawing/2014/main" id="{40936EEA-460B-E34D-8B9C-832ADF15E401}"/>
              </a:ext>
            </a:extLst>
          </p:cNvPr>
          <p:cNvSpPr>
            <a:spLocks noGrp="1"/>
          </p:cNvSpPr>
          <p:nvPr>
            <p:ph type="pic" sz="quarter" idx="15" hasCustomPrompt="1"/>
          </p:nvPr>
        </p:nvSpPr>
        <p:spPr>
          <a:xfrm>
            <a:off x="1" y="1958288"/>
            <a:ext cx="5620853" cy="4899713"/>
          </a:xfrm>
          <a:custGeom>
            <a:avLst/>
            <a:gdLst>
              <a:gd name="connsiteX0" fmla="*/ 0 w 5620853"/>
              <a:gd name="connsiteY0" fmla="*/ 0 h 4899713"/>
              <a:gd name="connsiteX1" fmla="*/ 5119331 w 5620853"/>
              <a:gd name="connsiteY1" fmla="*/ 0 h 4899713"/>
              <a:gd name="connsiteX2" fmla="*/ 5620853 w 5620853"/>
              <a:gd name="connsiteY2" fmla="*/ 501522 h 4899713"/>
              <a:gd name="connsiteX3" fmla="*/ 5620853 w 5620853"/>
              <a:gd name="connsiteY3" fmla="*/ 4899713 h 4899713"/>
              <a:gd name="connsiteX4" fmla="*/ 0 w 5620853"/>
              <a:gd name="connsiteY4" fmla="*/ 4899713 h 48997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20853" h="4899713">
                <a:moveTo>
                  <a:pt x="0" y="0"/>
                </a:moveTo>
                <a:lnTo>
                  <a:pt x="5119331" y="0"/>
                </a:lnTo>
                <a:cubicBezTo>
                  <a:pt x="5396314" y="0"/>
                  <a:pt x="5620853" y="224539"/>
                  <a:pt x="5620853" y="501522"/>
                </a:cubicBezTo>
                <a:lnTo>
                  <a:pt x="5620853" y="4899713"/>
                </a:lnTo>
                <a:lnTo>
                  <a:pt x="0" y="4899713"/>
                </a:lnTo>
                <a:close/>
              </a:path>
            </a:pathLst>
          </a:custGeom>
          <a:blipFill dpi="0" rotWithShape="1">
            <a:blip r:embed="rId2">
              <a:alphaModFix amt="70000"/>
            </a:blip>
            <a:srcRect/>
            <a:stretch>
              <a:fillRect/>
            </a:stretch>
          </a:blipFill>
        </p:spPr>
        <p:txBody>
          <a:bodyPr wrap="square">
            <a:noAutofit/>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6314184" y="822960"/>
            <a:ext cx="5153915" cy="52730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6311795" y="6387559"/>
            <a:ext cx="2868392" cy="338328"/>
          </a:xfrm>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331917" y="6387559"/>
            <a:ext cx="1658678" cy="338328"/>
          </a:xfrm>
        </p:spPr>
        <p:txBody>
          <a:bodyPr/>
          <a:lstStyle/>
          <a:p>
            <a:fld id="{D7E3ECEC-7E7B-4FB9-BAE8-5C10F12795EA}" type="datetimeFigureOut">
              <a:rPr lang="en-US" smtClean="0"/>
              <a:t>11/30/2025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2325" y="6387559"/>
            <a:ext cx="457200" cy="338328"/>
          </a:xfrm>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2934605366"/>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68096" y="822960"/>
            <a:ext cx="7196328" cy="1068324"/>
          </a:xfrm>
        </p:spPr>
        <p:txBody>
          <a:bodyPr anchor="t"/>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768096" y="1996440"/>
            <a:ext cx="7196328" cy="40995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772090" y="6329172"/>
            <a:ext cx="2816835" cy="338328"/>
          </a:xfrm>
        </p:spPr>
        <p:txBody>
          <a:bodyPr/>
          <a:lstStyle>
            <a:lvl1pPr>
              <a:defRPr>
                <a:solidFill>
                  <a:schemeClr val="tx1"/>
                </a:solidFill>
                <a:effectLst/>
              </a:defRPr>
            </a:lvl1p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4974104" y="6329172"/>
            <a:ext cx="2660904" cy="338328"/>
          </a:xfrm>
        </p:spPr>
        <p:txBody>
          <a:bodyPr/>
          <a:lstStyle/>
          <a:p>
            <a:fld id="{D7E3ECEC-7E7B-4FB9-BAE8-5C10F12795EA}" type="datetimeFigureOut">
              <a:rPr lang="en-US" smtClean="0"/>
              <a:t>11/30/2025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7809836" y="6329172"/>
            <a:ext cx="457200" cy="338328"/>
          </a:xfrm>
        </p:spPr>
        <p:txBody>
          <a:bodyPr/>
          <a:lstStyle>
            <a:lvl1pPr>
              <a:defRPr>
                <a:solidFill>
                  <a:schemeClr val="tx1"/>
                </a:solidFill>
                <a:effectLst/>
              </a:defRPr>
            </a:lvl1pPr>
          </a:lstStyle>
          <a:p>
            <a:fld id="{235F31FF-4816-4A7C-BAEE-4B5C41A91EB1}" type="slidenum">
              <a:rPr lang="en-US" smtClean="0"/>
              <a:t>‹#›</a:t>
            </a:fld>
            <a:endParaRPr lang="en-US"/>
          </a:p>
        </p:txBody>
      </p:sp>
      <p:sp>
        <p:nvSpPr>
          <p:cNvPr id="11" name="Picture Placeholder 10">
            <a:extLst>
              <a:ext uri="{FF2B5EF4-FFF2-40B4-BE49-F238E27FC236}">
                <a16:creationId xmlns:a16="http://schemas.microsoft.com/office/drawing/2014/main" id="{8BBFAFCD-BCC9-C2BB-355B-1D08B9A7708D}"/>
              </a:ext>
            </a:extLst>
          </p:cNvPr>
          <p:cNvSpPr>
            <a:spLocks noGrp="1"/>
          </p:cNvSpPr>
          <p:nvPr>
            <p:ph type="pic" sz="quarter" idx="15" hasCustomPrompt="1"/>
          </p:nvPr>
        </p:nvSpPr>
        <p:spPr>
          <a:xfrm>
            <a:off x="8698986" y="758460"/>
            <a:ext cx="3493014" cy="6099541"/>
          </a:xfrm>
          <a:custGeom>
            <a:avLst/>
            <a:gdLst>
              <a:gd name="connsiteX0" fmla="*/ 501522 w 3493014"/>
              <a:gd name="connsiteY0" fmla="*/ 0 h 6099541"/>
              <a:gd name="connsiteX1" fmla="*/ 3493014 w 3493014"/>
              <a:gd name="connsiteY1" fmla="*/ 0 h 6099541"/>
              <a:gd name="connsiteX2" fmla="*/ 3493014 w 3493014"/>
              <a:gd name="connsiteY2" fmla="*/ 6099541 h 6099541"/>
              <a:gd name="connsiteX3" fmla="*/ 0 w 3493014"/>
              <a:gd name="connsiteY3" fmla="*/ 6099541 h 6099541"/>
              <a:gd name="connsiteX4" fmla="*/ 0 w 3493014"/>
              <a:gd name="connsiteY4" fmla="*/ 501522 h 6099541"/>
              <a:gd name="connsiteX5" fmla="*/ 501522 w 3493014"/>
              <a:gd name="connsiteY5" fmla="*/ 0 h 60995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93014" h="6099541">
                <a:moveTo>
                  <a:pt x="501522" y="0"/>
                </a:moveTo>
                <a:lnTo>
                  <a:pt x="3493014" y="0"/>
                </a:lnTo>
                <a:lnTo>
                  <a:pt x="3493014" y="6099541"/>
                </a:lnTo>
                <a:lnTo>
                  <a:pt x="0" y="6099541"/>
                </a:lnTo>
                <a:lnTo>
                  <a:pt x="0" y="501522"/>
                </a:lnTo>
                <a:cubicBezTo>
                  <a:pt x="0" y="224539"/>
                  <a:pt x="224539" y="0"/>
                  <a:pt x="501522" y="0"/>
                </a:cubicBezTo>
                <a:close/>
              </a:path>
            </a:pathLst>
          </a:custGeom>
          <a:blipFill>
            <a:blip r:embed="rId2">
              <a:alphaModFix amt="70000"/>
            </a:blip>
            <a:stretch>
              <a:fillRect/>
            </a:stretch>
          </a:blipFill>
        </p:spPr>
        <p:txBody>
          <a:bodyPr wrap="square">
            <a:noAutofit/>
          </a:bodyPr>
          <a:lstStyle>
            <a:lvl1pPr marL="0" indent="0">
              <a:buNone/>
              <a:defRPr/>
            </a:lvl1pPr>
          </a:lstStyle>
          <a:p>
            <a:r>
              <a:rPr lang="en-US"/>
              <a:t> </a:t>
            </a:r>
          </a:p>
        </p:txBody>
      </p:sp>
    </p:spTree>
    <p:extLst>
      <p:ext uri="{BB962C8B-B14F-4D97-AF65-F5344CB8AC3E}">
        <p14:creationId xmlns:p14="http://schemas.microsoft.com/office/powerpoint/2010/main" val="1486051808"/>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p:cSld name="Section Header">
    <p:bg>
      <p:bgRef idx="1001">
        <a:schemeClr val="bg2"/>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27A12A6-507C-2714-2F24-09ADE11584C5}"/>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accent3">
              <a:alpha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892EA34-13CC-54C1-DE3D-4F1D5D55C9A7}"/>
              </a:ext>
            </a:extLst>
          </p:cNvPr>
          <p:cNvSpPr>
            <a:spLocks noGrp="1"/>
          </p:cNvSpPr>
          <p:nvPr>
            <p:ph type="title"/>
          </p:nvPr>
        </p:nvSpPr>
        <p:spPr>
          <a:xfrm>
            <a:off x="213702" y="1940943"/>
            <a:ext cx="8771340" cy="4917058"/>
          </a:xfrm>
        </p:spPr>
        <p:txBody>
          <a:bodyPr anchor="b">
            <a:normAutofit/>
          </a:bodyPr>
          <a:lstStyle>
            <a:lvl1pPr>
              <a:lnSpc>
                <a:spcPct val="90000"/>
              </a:lnSpc>
              <a:defRPr sz="7000">
                <a:solidFill>
                  <a:schemeClr val="accent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9F1849E7-8E94-3B02-239C-AAB481596BFD}"/>
              </a:ext>
            </a:extLst>
          </p:cNvPr>
          <p:cNvSpPr>
            <a:spLocks noGrp="1"/>
          </p:cNvSpPr>
          <p:nvPr>
            <p:ph type="ftr" sz="quarter" idx="11"/>
          </p:nvPr>
        </p:nvSpPr>
        <p:spPr>
          <a:xfrm>
            <a:off x="762000" y="64008"/>
            <a:ext cx="2816835" cy="338328"/>
          </a:xfrm>
        </p:spPr>
        <p:txBody>
          <a:bodyPr/>
          <a:lstStyle>
            <a:lvl1pPr>
              <a:defRPr>
                <a:solidFill>
                  <a:schemeClr val="accent1"/>
                </a:solidFill>
              </a:defRPr>
            </a:lvl1pPr>
          </a:lstStyle>
          <a:p>
            <a:endParaRPr lang="en-US"/>
          </a:p>
        </p:txBody>
      </p:sp>
      <p:sp>
        <p:nvSpPr>
          <p:cNvPr id="4" name="Date Placeholder 3">
            <a:extLst>
              <a:ext uri="{FF2B5EF4-FFF2-40B4-BE49-F238E27FC236}">
                <a16:creationId xmlns:a16="http://schemas.microsoft.com/office/drawing/2014/main" id="{8F845713-EE4C-7615-B812-531C14CF0CA2}"/>
              </a:ext>
            </a:extLst>
          </p:cNvPr>
          <p:cNvSpPr>
            <a:spLocks noGrp="1"/>
          </p:cNvSpPr>
          <p:nvPr>
            <p:ph type="dt" sz="half" idx="10"/>
          </p:nvPr>
        </p:nvSpPr>
        <p:spPr>
          <a:xfrm>
            <a:off x="9290304" y="64008"/>
            <a:ext cx="1612674" cy="338328"/>
          </a:xfrm>
        </p:spPr>
        <p:txBody>
          <a:bodyPr/>
          <a:lstStyle>
            <a:lvl1pPr>
              <a:defRPr>
                <a:solidFill>
                  <a:schemeClr val="accent1"/>
                </a:solidFill>
              </a:defRPr>
            </a:lvl1pPr>
          </a:lstStyle>
          <a:p>
            <a:fld id="{D7E3ECEC-7E7B-4FB9-BAE8-5C10F12795EA}" type="datetimeFigureOut">
              <a:rPr lang="en-US" smtClean="0"/>
              <a:t>11/30/2025</a:t>
            </a:fld>
            <a:endParaRPr lang="en-US"/>
          </a:p>
        </p:txBody>
      </p:sp>
      <p:sp>
        <p:nvSpPr>
          <p:cNvPr id="6" name="Slide Number Placeholder 5">
            <a:extLst>
              <a:ext uri="{FF2B5EF4-FFF2-40B4-BE49-F238E27FC236}">
                <a16:creationId xmlns:a16="http://schemas.microsoft.com/office/drawing/2014/main" id="{70644BD7-C050-D052-8408-65ADAAF674FF}"/>
              </a:ext>
            </a:extLst>
          </p:cNvPr>
          <p:cNvSpPr>
            <a:spLocks noGrp="1"/>
          </p:cNvSpPr>
          <p:nvPr>
            <p:ph type="sldNum" sz="quarter" idx="12"/>
          </p:nvPr>
        </p:nvSpPr>
        <p:spPr>
          <a:xfrm>
            <a:off x="11055096" y="64008"/>
            <a:ext cx="457200" cy="338328"/>
          </a:xfrm>
        </p:spPr>
        <p:txBody>
          <a:bodyPr/>
          <a:lstStyle>
            <a:lvl1pPr>
              <a:defRPr>
                <a:solidFill>
                  <a:schemeClr val="accent1"/>
                </a:solidFill>
              </a:defRPr>
            </a:lvl1pPr>
          </a:lstStyle>
          <a:p>
            <a:fld id="{235F31FF-4816-4A7C-BAEE-4B5C41A91EB1}" type="slidenum">
              <a:rPr lang="en-US" smtClean="0"/>
              <a:t>‹#›</a:t>
            </a:fld>
            <a:endParaRPr lang="en-US"/>
          </a:p>
        </p:txBody>
      </p:sp>
    </p:spTree>
    <p:extLst>
      <p:ext uri="{BB962C8B-B14F-4D97-AF65-F5344CB8AC3E}">
        <p14:creationId xmlns:p14="http://schemas.microsoft.com/office/powerpoint/2010/main" val="1178311679"/>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theme" Target="../theme/theme1.xml"/><Relationship Id="rId5" Type="http://schemas.openxmlformats.org/officeDocument/2006/relationships/slideLayout" Target="../slideLayouts/slideLayout5.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s>
</file>

<file path=ppt/slideMasters/_rels/slideMaster2.xml.rels><?xml version="1.0" encoding="UTF-8" standalone="yes"?>
<Relationships xmlns="http://schemas.openxmlformats.org/package/2006/relationships"><Relationship Id="rId8" Type="http://schemas.openxmlformats.org/officeDocument/2006/relationships/theme" Target="../theme/theme2.xml"/><Relationship Id="rId3" Type="http://schemas.openxmlformats.org/officeDocument/2006/relationships/slideLayout" Target="../slideLayouts/slideLayout60.xml"/><Relationship Id="rId7" Type="http://schemas.openxmlformats.org/officeDocument/2006/relationships/slideLayout" Target="../slideLayouts/slideLayout64.xml"/><Relationship Id="rId2" Type="http://schemas.openxmlformats.org/officeDocument/2006/relationships/slideLayout" Target="../slideLayouts/slideLayout59.xml"/><Relationship Id="rId1" Type="http://schemas.openxmlformats.org/officeDocument/2006/relationships/slideLayout" Target="../slideLayouts/slideLayout58.xml"/><Relationship Id="rId6" Type="http://schemas.openxmlformats.org/officeDocument/2006/relationships/slideLayout" Target="../slideLayouts/slideLayout63.xml"/><Relationship Id="rId5" Type="http://schemas.openxmlformats.org/officeDocument/2006/relationships/slideLayout" Target="../slideLayouts/slideLayout62.xml"/><Relationship Id="rId4" Type="http://schemas.openxmlformats.org/officeDocument/2006/relationships/slideLayout" Target="../slideLayouts/slideLayout61.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67.xml"/><Relationship Id="rId2" Type="http://schemas.openxmlformats.org/officeDocument/2006/relationships/slideLayout" Target="../slideLayouts/slideLayout66.xml"/><Relationship Id="rId1" Type="http://schemas.openxmlformats.org/officeDocument/2006/relationships/slideLayout" Target="../slideLayouts/slideLayout65.xml"/><Relationship Id="rId5" Type="http://schemas.openxmlformats.org/officeDocument/2006/relationships/theme" Target="../theme/theme3.xml"/><Relationship Id="rId4" Type="http://schemas.openxmlformats.org/officeDocument/2006/relationships/slideLayout" Target="../slideLayouts/slideLayout6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C57148D-D60C-3359-4AC2-15A43E221742}"/>
              </a:ext>
            </a:extLst>
          </p:cNvPr>
          <p:cNvSpPr>
            <a:spLocks noGrp="1"/>
          </p:cNvSpPr>
          <p:nvPr>
            <p:ph type="title"/>
          </p:nvPr>
        </p:nvSpPr>
        <p:spPr>
          <a:xfrm>
            <a:off x="457200" y="533401"/>
            <a:ext cx="10515600" cy="1157288"/>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a:extLst>
              <a:ext uri="{FF2B5EF4-FFF2-40B4-BE49-F238E27FC236}">
                <a16:creationId xmlns:a16="http://schemas.microsoft.com/office/drawing/2014/main" id="{E1A8731C-FCAE-A05A-5A11-57005B86ABD4}"/>
              </a:ext>
            </a:extLst>
          </p:cNvPr>
          <p:cNvSpPr>
            <a:spLocks noGrp="1"/>
          </p:cNvSpPr>
          <p:nvPr>
            <p:ph type="body" idx="1"/>
          </p:nvPr>
        </p:nvSpPr>
        <p:spPr>
          <a:xfrm>
            <a:off x="457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44952E70-B2DF-717F-6373-70A688FAD82F}"/>
              </a:ext>
            </a:extLst>
          </p:cNvPr>
          <p:cNvSpPr>
            <a:spLocks noGrp="1"/>
          </p:cNvSpPr>
          <p:nvPr>
            <p:ph type="ftr" sz="quarter" idx="3"/>
          </p:nvPr>
        </p:nvSpPr>
        <p:spPr>
          <a:xfrm>
            <a:off x="457200" y="6445997"/>
            <a:ext cx="3949302" cy="365125"/>
          </a:xfrm>
          <a:prstGeom prst="rect">
            <a:avLst/>
          </a:prstGeom>
        </p:spPr>
        <p:txBody>
          <a:bodyPr vert="horz" lIns="91440" tIns="45720" rIns="91440" bIns="45720" rtlCol="0" anchor="ctr"/>
          <a:lstStyle>
            <a:lvl1pPr algn="l">
              <a:defRPr sz="900">
                <a:solidFill>
                  <a:schemeClr val="tx1">
                    <a:lumMod val="95000"/>
                    <a:lumOff val="5000"/>
                  </a:schemeClr>
                </a:solidFill>
              </a:defRPr>
            </a:lvl1pPr>
          </a:lstStyle>
          <a:p>
            <a:r>
              <a:rPr lang="en-US"/>
              <a:t>Sample Footer Text</a:t>
            </a:r>
          </a:p>
        </p:txBody>
      </p:sp>
      <p:sp>
        <p:nvSpPr>
          <p:cNvPr id="4" name="Date Placeholder 3">
            <a:extLst>
              <a:ext uri="{FF2B5EF4-FFF2-40B4-BE49-F238E27FC236}">
                <a16:creationId xmlns:a16="http://schemas.microsoft.com/office/drawing/2014/main" id="{225215E5-6146-14C5-665E-EF04630DCB32}"/>
              </a:ext>
            </a:extLst>
          </p:cNvPr>
          <p:cNvSpPr>
            <a:spLocks noGrp="1"/>
          </p:cNvSpPr>
          <p:nvPr>
            <p:ph type="dt" sz="half" idx="2"/>
          </p:nvPr>
        </p:nvSpPr>
        <p:spPr>
          <a:xfrm>
            <a:off x="9737594" y="6445997"/>
            <a:ext cx="1842115" cy="365125"/>
          </a:xfrm>
          <a:prstGeom prst="rect">
            <a:avLst/>
          </a:prstGeom>
        </p:spPr>
        <p:txBody>
          <a:bodyPr vert="horz" lIns="91440" tIns="45720" rIns="91440" bIns="45720" rtlCol="0" anchor="ctr"/>
          <a:lstStyle>
            <a:lvl1pPr algn="r">
              <a:defRPr sz="900">
                <a:solidFill>
                  <a:schemeClr val="tx1">
                    <a:lumMod val="95000"/>
                    <a:lumOff val="5000"/>
                  </a:schemeClr>
                </a:solidFill>
              </a:defRPr>
            </a:lvl1pPr>
          </a:lstStyle>
          <a:p>
            <a:fld id="{56D64244-A3D4-4B68-87F0-779EEA0C37FE}" type="datetime1">
              <a:rPr lang="en-US" smtClean="0"/>
              <a:t>11/30/2025</a:t>
            </a:fld>
            <a:endParaRPr lang="en-US"/>
          </a:p>
        </p:txBody>
      </p:sp>
      <p:sp>
        <p:nvSpPr>
          <p:cNvPr id="6" name="Slide Number Placeholder 5">
            <a:extLst>
              <a:ext uri="{FF2B5EF4-FFF2-40B4-BE49-F238E27FC236}">
                <a16:creationId xmlns:a16="http://schemas.microsoft.com/office/drawing/2014/main" id="{20E8FA3A-8706-3F4B-41CC-B024431F6200}"/>
              </a:ext>
            </a:extLst>
          </p:cNvPr>
          <p:cNvSpPr>
            <a:spLocks noGrp="1"/>
          </p:cNvSpPr>
          <p:nvPr>
            <p:ph type="sldNum" sz="quarter" idx="4"/>
          </p:nvPr>
        </p:nvSpPr>
        <p:spPr>
          <a:xfrm>
            <a:off x="11734800" y="6445997"/>
            <a:ext cx="457200" cy="365125"/>
          </a:xfrm>
          <a:prstGeom prst="rect">
            <a:avLst/>
          </a:prstGeom>
        </p:spPr>
        <p:txBody>
          <a:bodyPr vert="horz" lIns="91440" tIns="45720" rIns="91440" bIns="45720" rtlCol="0" anchor="ctr"/>
          <a:lstStyle>
            <a:lvl1pPr algn="ctr">
              <a:defRPr sz="900">
                <a:solidFill>
                  <a:schemeClr val="tx1">
                    <a:lumMod val="95000"/>
                    <a:lumOff val="5000"/>
                  </a:schemeClr>
                </a:solidFill>
              </a:defRPr>
            </a:lvl1pPr>
          </a:lstStyle>
          <a:p>
            <a:fld id="{DDF60B60-82CA-4BB9-BA6E-A62FADF2374B}" type="slidenum">
              <a:rPr lang="en-US" smtClean="0"/>
              <a:t>‹#›</a:t>
            </a:fld>
            <a:endParaRPr lang="en-US"/>
          </a:p>
        </p:txBody>
      </p:sp>
    </p:spTree>
    <p:extLst>
      <p:ext uri="{BB962C8B-B14F-4D97-AF65-F5344CB8AC3E}">
        <p14:creationId xmlns:p14="http://schemas.microsoft.com/office/powerpoint/2010/main" val="2857678996"/>
      </p:ext>
    </p:extLst>
  </p:cSld>
  <p:clrMap bg1="lt1" tx1="dk1" bg2="lt2" tx2="dk2" accent1="accent1" accent2="accent2" accent3="accent3" accent4="accent4" accent5="accent5" accent6="accent6" hlink="hlink" folHlink="folHlink"/>
  <p:sldLayoutIdLst>
    <p:sldLayoutId id="2147483666" r:id="rId1"/>
    <p:sldLayoutId id="2147483847" r:id="rId2"/>
    <p:sldLayoutId id="2147483661" r:id="rId3"/>
    <p:sldLayoutId id="2147483663" r:id="rId4"/>
    <p:sldLayoutId id="2147483665" r:id="rId5"/>
    <p:sldLayoutId id="2147483667" r:id="rId6"/>
    <p:sldLayoutId id="2147483844" r:id="rId7"/>
    <p:sldLayoutId id="2147483670" r:id="rId8"/>
    <p:sldLayoutId id="2147483671" r:id="rId9"/>
    <p:sldLayoutId id="2147483672" r:id="rId10"/>
    <p:sldLayoutId id="2147483673" r:id="rId11"/>
    <p:sldLayoutId id="2147483674" r:id="rId12"/>
    <p:sldLayoutId id="2147483675" r:id="rId13"/>
    <p:sldLayoutId id="2147483676" r:id="rId14"/>
    <p:sldLayoutId id="2147483677" r:id="rId15"/>
    <p:sldLayoutId id="2147483678" r:id="rId16"/>
    <p:sldLayoutId id="2147483845" r:id="rId17"/>
    <p:sldLayoutId id="2147483680" r:id="rId18"/>
    <p:sldLayoutId id="2147483681" r:id="rId19"/>
    <p:sldLayoutId id="2147483682" r:id="rId20"/>
    <p:sldLayoutId id="2147483683" r:id="rId21"/>
    <p:sldLayoutId id="2147483684" r:id="rId22"/>
    <p:sldLayoutId id="2147483685" r:id="rId23"/>
    <p:sldLayoutId id="2147483686" r:id="rId24"/>
    <p:sldLayoutId id="2147483687" r:id="rId25"/>
    <p:sldLayoutId id="2147483688" r:id="rId26"/>
    <p:sldLayoutId id="2147483689" r:id="rId27"/>
    <p:sldLayoutId id="2147483690" r:id="rId28"/>
    <p:sldLayoutId id="2147483691" r:id="rId29"/>
    <p:sldLayoutId id="2147483692" r:id="rId30"/>
    <p:sldLayoutId id="2147483846" r:id="rId31"/>
    <p:sldLayoutId id="2147483694" r:id="rId32"/>
    <p:sldLayoutId id="2147483695" r:id="rId33"/>
    <p:sldLayoutId id="2147483696" r:id="rId34"/>
    <p:sldLayoutId id="2147483697" r:id="rId35"/>
    <p:sldLayoutId id="2147483698" r:id="rId36"/>
    <p:sldLayoutId id="2147483699" r:id="rId37"/>
    <p:sldLayoutId id="2147483700" r:id="rId38"/>
    <p:sldLayoutId id="2147483701" r:id="rId39"/>
    <p:sldLayoutId id="2147483702" r:id="rId40"/>
    <p:sldLayoutId id="2147483703" r:id="rId41"/>
    <p:sldLayoutId id="2147483704" r:id="rId42"/>
    <p:sldLayoutId id="2147483705" r:id="rId43"/>
    <p:sldLayoutId id="2147483706" r:id="rId44"/>
    <p:sldLayoutId id="2147483707" r:id="rId45"/>
    <p:sldLayoutId id="2147483708" r:id="rId46"/>
    <p:sldLayoutId id="2147483709" r:id="rId47"/>
    <p:sldLayoutId id="2147483710" r:id="rId48"/>
    <p:sldLayoutId id="2147483711" r:id="rId49"/>
    <p:sldLayoutId id="2147483712" r:id="rId50"/>
    <p:sldLayoutId id="2147483713" r:id="rId51"/>
    <p:sldLayoutId id="2147483714" r:id="rId52"/>
    <p:sldLayoutId id="2147483715" r:id="rId53"/>
    <p:sldLayoutId id="2147483716" r:id="rId54"/>
    <p:sldLayoutId id="2147483717" r:id="rId55"/>
    <p:sldLayoutId id="2147483718" r:id="rId56"/>
    <p:sldLayoutId id="2147483719" r:id="rId57"/>
  </p:sldLayoutIdLst>
  <p:hf hdr="0"/>
  <p:txStyles>
    <p:titleStyle>
      <a:lvl1pPr algn="l" defTabSz="914400" rtl="0" eaLnBrk="1" latinLnBrk="0" hangingPunct="1">
        <a:lnSpc>
          <a:spcPct val="90000"/>
        </a:lnSpc>
        <a:spcBef>
          <a:spcPct val="0"/>
        </a:spcBef>
        <a:buNone/>
        <a:defRPr sz="3200" kern="1200">
          <a:solidFill>
            <a:schemeClr val="tx2"/>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2"/>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2"/>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2808">
          <p15:clr>
            <a:srgbClr val="F26B43"/>
          </p15:clr>
        </p15:guide>
        <p15:guide id="3" pos="4872">
          <p15:clr>
            <a:srgbClr val="F26B43"/>
          </p15:clr>
        </p15:guide>
        <p15:guide id="4" pos="5160">
          <p15:clr>
            <a:srgbClr val="F26B43"/>
          </p15:clr>
        </p15:guide>
        <p15:guide id="5" pos="2520">
          <p15:clr>
            <a:srgbClr val="F26B43"/>
          </p15:clr>
        </p15:guide>
        <p15:guide id="6" pos="4584">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8" y="548640"/>
            <a:ext cx="10653578" cy="1132258"/>
          </a:xfrm>
          <a:prstGeom prst="rect">
            <a:avLst/>
          </a:prstGeom>
        </p:spPr>
        <p:txBody>
          <a:bodyPr vert="horz" lIns="91440" tIns="45720" rIns="91440" bIns="45720" rtlCol="0" anchor="t">
            <a:normAutofit/>
          </a:bodyPr>
          <a:lstStyle/>
          <a:p>
            <a:r>
              <a:rPr lang="en-US"/>
              <a:t>Click to edit Master title style</a:t>
            </a:r>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7" y="1715532"/>
            <a:ext cx="10653579" cy="459382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137160" y="6453002"/>
            <a:ext cx="914400" cy="365125"/>
          </a:xfrm>
          <a:prstGeom prst="rect">
            <a:avLst/>
          </a:prstGeom>
        </p:spPr>
        <p:txBody>
          <a:bodyPr vert="horz" lIns="91440" tIns="45720" rIns="91440" bIns="45720" rtlCol="0" anchor="ctr"/>
          <a:lstStyle>
            <a:lvl1pPr algn="l" rtl="0">
              <a:defRPr sz="900">
                <a:solidFill>
                  <a:schemeClr val="tx1"/>
                </a:solidFill>
                <a:latin typeface="+mn-lt"/>
              </a:defRPr>
            </a:lvl1pPr>
          </a:lstStyle>
          <a:p>
            <a:fld id="{D291CE83-67BA-4B15-B48A-7DC5C0636664}" type="datetime1">
              <a:rPr lang="en-US" smtClean="0"/>
              <a:pPr/>
              <a:t>11/30/2025</a:t>
            </a:fld>
            <a:endParaRPr lang="en-US"/>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8847493" y="6453002"/>
            <a:ext cx="2805405" cy="365125"/>
          </a:xfrm>
          <a:prstGeom prst="rect">
            <a:avLst/>
          </a:prstGeom>
        </p:spPr>
        <p:txBody>
          <a:bodyPr vert="horz" lIns="91440" tIns="45720" rIns="91440" bIns="45720" rtlCol="0" anchor="ctr"/>
          <a:lstStyle>
            <a:lvl1pPr algn="r" rtl="0">
              <a:defRPr sz="900">
                <a:solidFill>
                  <a:schemeClr val="tx1"/>
                </a:solidFill>
                <a:latin typeface="+mn-lt"/>
              </a:defRPr>
            </a:lvl1pPr>
          </a:lstStyle>
          <a:p>
            <a:r>
              <a:rPr lang="en-US"/>
              <a:t>Sample Footer Text</a:t>
            </a:r>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681926" y="6453002"/>
            <a:ext cx="379443" cy="365125"/>
          </a:xfrm>
          <a:prstGeom prst="rect">
            <a:avLst/>
          </a:prstGeom>
        </p:spPr>
        <p:txBody>
          <a:bodyPr vert="horz" lIns="91440" tIns="45720" rIns="91440" bIns="45720" rtlCol="0" anchor="ctr"/>
          <a:lstStyle>
            <a:lvl1pPr algn="r" rtl="0">
              <a:defRPr sz="900">
                <a:solidFill>
                  <a:schemeClr val="tx1"/>
                </a:solidFill>
                <a:latin typeface="+mn-lt"/>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2306002012"/>
      </p:ext>
    </p:extLst>
  </p:cSld>
  <p:clrMap bg1="lt1" tx1="dk1" bg2="lt2" tx2="dk2" accent1="accent1" accent2="accent2" accent3="accent3" accent4="accent4" accent5="accent5" accent6="accent6" hlink="hlink" folHlink="folHlink"/>
  <p:sldLayoutIdLst>
    <p:sldLayoutId id="2147483816" r:id="rId1"/>
    <p:sldLayoutId id="2147483795" r:id="rId2"/>
    <p:sldLayoutId id="2147483803" r:id="rId3"/>
    <p:sldLayoutId id="2147483805" r:id="rId4"/>
    <p:sldLayoutId id="2147483809" r:id="rId5"/>
    <p:sldLayoutId id="2147483791" r:id="rId6"/>
    <p:sldLayoutId id="2147483842" r:id="rId7"/>
  </p:sldLayoutIdLst>
  <p:hf sldNum="0" hdr="0" ftr="0" dt="0"/>
  <p:txStyles>
    <p:titleStyle>
      <a:lvl1pPr algn="l" defTabSz="914400" rtl="0" eaLnBrk="1" latinLnBrk="0" hangingPunct="1">
        <a:lnSpc>
          <a:spcPct val="100000"/>
        </a:lnSpc>
        <a:spcBef>
          <a:spcPct val="0"/>
        </a:spcBef>
        <a:buNone/>
        <a:defRPr sz="4000" b="1" i="0" kern="1200" cap="all" spc="600"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4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5" orient="horz" pos="2160">
          <p15:clr>
            <a:srgbClr val="F26B43"/>
          </p15:clr>
        </p15:guide>
        <p15:guide id="6" pos="3840">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772090" y="825747"/>
            <a:ext cx="10696010" cy="618803"/>
          </a:xfrm>
          <a:prstGeom prst="rect">
            <a:avLst/>
          </a:prstGeom>
        </p:spPr>
        <p:txBody>
          <a:bodyPr vert="horz" lIns="91440" tIns="45720" rIns="91440" bIns="45720" rtlCol="0" anchor="t">
            <a:normAutofit/>
          </a:bodyPr>
          <a:lstStyle/>
          <a:p>
            <a:r>
              <a:rPr lang="en-US"/>
              <a:t>Click to edit Master title style</a:t>
            </a:r>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774654" y="1506872"/>
            <a:ext cx="10693446" cy="458912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772090" y="6329172"/>
            <a:ext cx="2816835" cy="338328"/>
          </a:xfrm>
          <a:prstGeom prst="rect">
            <a:avLst/>
          </a:prstGeom>
        </p:spPr>
        <p:txBody>
          <a:bodyPr vert="horz" lIns="91440" tIns="45720" rIns="91440" bIns="45720" rtlCol="0" anchor="ctr"/>
          <a:lstStyle>
            <a:lvl1pPr algn="l">
              <a:defRPr sz="750" cap="all" spc="0" baseline="0">
                <a:solidFill>
                  <a:schemeClr val="tx1"/>
                </a:solidFill>
              </a:defRPr>
            </a:lvl1pPr>
          </a:lstStyle>
          <a:p>
            <a:endParaRPr lang="en-US"/>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9291411" y="6329172"/>
            <a:ext cx="1612674" cy="338328"/>
          </a:xfrm>
          <a:prstGeom prst="rect">
            <a:avLst/>
          </a:prstGeom>
        </p:spPr>
        <p:txBody>
          <a:bodyPr vert="horz" lIns="91440" tIns="45720" rIns="91440" bIns="45720" rtlCol="0" anchor="ctr"/>
          <a:lstStyle>
            <a:lvl1pPr algn="r">
              <a:defRPr sz="750">
                <a:solidFill>
                  <a:schemeClr val="tx1"/>
                </a:solidFill>
              </a:defRPr>
            </a:lvl1pPr>
          </a:lstStyle>
          <a:p>
            <a:fld id="{D7E3ECEC-7E7B-4FB9-BAE8-5C10F12795EA}" type="datetimeFigureOut">
              <a:rPr lang="en-US" smtClean="0"/>
              <a:t>11/30/2025</a:t>
            </a:fld>
            <a:endParaRPr lang="en-US"/>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050742" y="6329172"/>
            <a:ext cx="457200" cy="338328"/>
          </a:xfrm>
          <a:prstGeom prst="rect">
            <a:avLst/>
          </a:prstGeom>
        </p:spPr>
        <p:txBody>
          <a:bodyPr vert="horz" lIns="91440" tIns="45720" rIns="91440" bIns="45720" rtlCol="0" anchor="ctr"/>
          <a:lstStyle>
            <a:lvl1pPr algn="r">
              <a:defRPr sz="750">
                <a:solidFill>
                  <a:schemeClr val="tx1"/>
                </a:solidFill>
              </a:defRPr>
            </a:lvl1pPr>
          </a:lstStyle>
          <a:p>
            <a:fld id="{235F31FF-4816-4A7C-BAEE-4B5C41A91EB1}" type="slidenum">
              <a:rPr lang="en-US" smtClean="0"/>
              <a:t>‹#›</a:t>
            </a:fld>
            <a:endParaRPr lang="en-US"/>
          </a:p>
        </p:txBody>
      </p:sp>
    </p:spTree>
    <p:extLst>
      <p:ext uri="{BB962C8B-B14F-4D97-AF65-F5344CB8AC3E}">
        <p14:creationId xmlns:p14="http://schemas.microsoft.com/office/powerpoint/2010/main" val="164449126"/>
      </p:ext>
    </p:extLst>
  </p:cSld>
  <p:clrMap bg1="lt1" tx1="dk1" bg2="lt2" tx2="dk2" accent1="accent1" accent2="accent2" accent3="accent3" accent4="accent4" accent5="accent5" accent6="accent6" hlink="hlink" folHlink="folHlink"/>
  <p:sldLayoutIdLst>
    <p:sldLayoutId id="2147483662" r:id="rId1"/>
    <p:sldLayoutId id="2147483693" r:id="rId2"/>
    <p:sldLayoutId id="2147483679" r:id="rId3"/>
    <p:sldLayoutId id="2147483669" r:id="rId4"/>
  </p:sldLayoutIdLst>
  <p:txStyles>
    <p:titleStyle>
      <a:lvl1pPr algn="l" defTabSz="914400" rtl="0" eaLnBrk="1" latinLnBrk="0" hangingPunct="1">
        <a:lnSpc>
          <a:spcPct val="95000"/>
        </a:lnSpc>
        <a:spcBef>
          <a:spcPct val="0"/>
        </a:spcBef>
        <a:buNone/>
        <a:defRPr sz="2500" b="0" kern="1200" cap="all" baseline="0">
          <a:solidFill>
            <a:schemeClr val="tx1"/>
          </a:solidFill>
          <a:latin typeface="+mj-lt"/>
          <a:ea typeface="+mj-ea"/>
          <a:cs typeface="+mj-cs"/>
        </a:defRPr>
      </a:lvl1pPr>
    </p:titleStyle>
    <p:bodyStyle>
      <a:lvl1pPr marL="285750" indent="-285750" algn="l" defTabSz="914400" rtl="0" eaLnBrk="1" latinLnBrk="0" hangingPunct="1">
        <a:lnSpc>
          <a:spcPct val="120000"/>
        </a:lnSpc>
        <a:spcBef>
          <a:spcPts val="1000"/>
        </a:spcBef>
        <a:buFont typeface="Arial" panose="020B0604020202020204" pitchFamily="34" charset="0"/>
        <a:buChar char="•"/>
        <a:defRPr sz="1400" kern="1200">
          <a:solidFill>
            <a:schemeClr val="tx1"/>
          </a:solidFill>
          <a:latin typeface="+mn-lt"/>
          <a:ea typeface="+mn-ea"/>
          <a:cs typeface="+mn-cs"/>
        </a:defRPr>
      </a:lvl1pPr>
      <a:lvl2pPr marL="400050" indent="-17145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2pPr>
      <a:lvl3pPr marL="628650" indent="-17145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857250" indent="-17145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085850" indent="-17145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7" pos="480">
          <p15:clr>
            <a:srgbClr val="F26B43"/>
          </p15:clr>
        </p15:guide>
        <p15:guide id="8" pos="7224">
          <p15:clr>
            <a:srgbClr val="F26B43"/>
          </p15:clr>
        </p15:guide>
        <p15:guide id="9" orient="horz" pos="3840">
          <p15:clr>
            <a:srgbClr val="F26B43"/>
          </p15:clr>
        </p15:guide>
        <p15:guide id="10" orient="horz" pos="2160">
          <p15:clr>
            <a:srgbClr val="F26B43"/>
          </p15:clr>
        </p15:guide>
        <p15:guide id="11" pos="384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35.xml"/></Relationships>
</file>

<file path=ppt/slides/_rels/slide5.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5.xml"/><Relationship Id="rId1" Type="http://schemas.openxmlformats.org/officeDocument/2006/relationships/slideLayout" Target="../slideLayouts/slideLayout35.xml"/></Relationships>
</file>

<file path=ppt/slides/_rels/slide6.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6.xml"/><Relationship Id="rId1" Type="http://schemas.openxmlformats.org/officeDocument/2006/relationships/slideLayout" Target="../slideLayouts/slideLayout28.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8.xml"/><Relationship Id="rId1" Type="http://schemas.openxmlformats.org/officeDocument/2006/relationships/slideLayout" Target="../slideLayouts/slideLayout35.xml"/></Relationships>
</file>

<file path=ppt/slides/_rels/slide9.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9.xml"/><Relationship Id="rId1" Type="http://schemas.openxmlformats.org/officeDocument/2006/relationships/slideLayout" Target="../slideLayouts/slideLayout35.xml"/></Relationships>
</file>

<file path=ppt/slides/_rels/slide10.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0.xml"/><Relationship Id="rId1" Type="http://schemas.openxmlformats.org/officeDocument/2006/relationships/slideLayout" Target="../slideLayouts/slideLayout3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2.xml"/><Relationship Id="rId1" Type="http://schemas.openxmlformats.org/officeDocument/2006/relationships/slideLayout" Target="../slideLayouts/slideLayout29.xml"/></Relationships>
</file>

<file path=ppt/slides/_rels/slide13.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3.xml"/><Relationship Id="rId1" Type="http://schemas.openxmlformats.org/officeDocument/2006/relationships/slideLayout" Target="../slideLayouts/slideLayout26.xml"/></Relationships>
</file>

<file path=ppt/slides/_rels/slide14.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4.xml"/><Relationship Id="rId1" Type="http://schemas.openxmlformats.org/officeDocument/2006/relationships/slideLayout" Target="../slideLayouts/slideLayout28.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6.xml"/><Relationship Id="rId1" Type="http://schemas.openxmlformats.org/officeDocument/2006/relationships/slideLayout" Target="../slideLayouts/slideLayout26.xml"/></Relationships>
</file>

<file path=ppt/slides/_rels/slide17.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17.xml"/><Relationship Id="rId1" Type="http://schemas.openxmlformats.org/officeDocument/2006/relationships/slideLayout" Target="../slideLayouts/slideLayout26.xml"/></Relationships>
</file>

<file path=ppt/slides/_rels/slide18.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18.xml"/><Relationship Id="rId1" Type="http://schemas.openxmlformats.org/officeDocument/2006/relationships/slideLayout" Target="../slideLayouts/slideLayout2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20.xml"/><Relationship Id="rId1" Type="http://schemas.openxmlformats.org/officeDocument/2006/relationships/slideLayout" Target="../slideLayouts/slideLayout28.xml"/></Relationships>
</file>

<file path=ppt/slides/_rels/slide21.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21.xml"/><Relationship Id="rId1" Type="http://schemas.openxmlformats.org/officeDocument/2006/relationships/slideLayout" Target="../slideLayouts/slideLayout28.xml"/></Relationships>
</file>

<file path=ppt/slides/_rels/slide22.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22.xml"/><Relationship Id="rId1" Type="http://schemas.openxmlformats.org/officeDocument/2006/relationships/slideLayout" Target="../slideLayouts/slideLayout35.xml"/></Relationships>
</file>

<file path=ppt/slides/_rels/slide2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3.xml"/><Relationship Id="rId1" Type="http://schemas.openxmlformats.org/officeDocument/2006/relationships/slideLayout" Target="../slideLayouts/slideLayout57.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E5BB2D-936A-EBD9-CD5D-EF060F893249}"/>
              </a:ext>
            </a:extLst>
          </p:cNvPr>
          <p:cNvSpPr>
            <a:spLocks noGrp="1"/>
          </p:cNvSpPr>
          <p:nvPr>
            <p:ph type="ctrTitle"/>
          </p:nvPr>
        </p:nvSpPr>
        <p:spPr>
          <a:xfrm>
            <a:off x="2950265" y="1400657"/>
            <a:ext cx="6291470" cy="3290611"/>
          </a:xfrm>
        </p:spPr>
        <p:txBody>
          <a:bodyPr anchor="ctr">
            <a:normAutofit/>
          </a:bodyPr>
          <a:lstStyle/>
          <a:p>
            <a:r>
              <a:rPr lang="en-US" sz="4100" dirty="0"/>
              <a:t>Anomaly Detection in Software Update Streams: Leveraging Machine Learning for Advanced Irregularity Identification</a:t>
            </a:r>
          </a:p>
        </p:txBody>
      </p:sp>
      <p:sp>
        <p:nvSpPr>
          <p:cNvPr id="3" name="Subtitle 2">
            <a:extLst>
              <a:ext uri="{FF2B5EF4-FFF2-40B4-BE49-F238E27FC236}">
                <a16:creationId xmlns:a16="http://schemas.microsoft.com/office/drawing/2014/main" id="{5F2CBFCF-D9E2-9B9A-661A-7DF7F90CA0AF}"/>
              </a:ext>
            </a:extLst>
          </p:cNvPr>
          <p:cNvSpPr>
            <a:spLocks noGrp="1"/>
          </p:cNvSpPr>
          <p:nvPr>
            <p:ph type="subTitle" idx="1"/>
          </p:nvPr>
        </p:nvSpPr>
        <p:spPr>
          <a:xfrm>
            <a:off x="2676941" y="5812260"/>
            <a:ext cx="6838118" cy="702946"/>
          </a:xfrm>
        </p:spPr>
        <p:txBody>
          <a:bodyPr anchor="ctr">
            <a:normAutofit/>
          </a:bodyPr>
          <a:lstStyle/>
          <a:p>
            <a:r>
              <a:rPr lang="en-US"/>
              <a:t>Using AI to identify irregularities in update processes</a:t>
            </a:r>
          </a:p>
        </p:txBody>
      </p:sp>
      <p:sp>
        <p:nvSpPr>
          <p:cNvPr id="4" name="Footer Placeholder 3">
            <a:extLst>
              <a:ext uri="{FF2B5EF4-FFF2-40B4-BE49-F238E27FC236}">
                <a16:creationId xmlns:a16="http://schemas.microsoft.com/office/drawing/2014/main" id="{178A4066-02F1-E3C3-420B-6FC19827FCA1}"/>
              </a:ext>
            </a:extLst>
          </p:cNvPr>
          <p:cNvSpPr>
            <a:spLocks noGrp="1"/>
          </p:cNvSpPr>
          <p:nvPr>
            <p:ph type="ftr" sz="quarter" idx="11"/>
          </p:nvPr>
        </p:nvSpPr>
        <p:spPr>
          <a:xfrm>
            <a:off x="457200" y="6445997"/>
            <a:ext cx="3949302" cy="365125"/>
          </a:xfrm>
        </p:spPr>
        <p:txBody>
          <a:bodyPr anchor="ctr">
            <a:normAutofit/>
          </a:bodyPr>
          <a:lstStyle/>
          <a:p>
            <a:pPr>
              <a:spcAft>
                <a:spcPts val="600"/>
              </a:spcAft>
            </a:pPr>
            <a:r>
              <a:rPr lang="en-US"/>
              <a:t>Sample Footer Text</a:t>
            </a:r>
          </a:p>
        </p:txBody>
      </p:sp>
      <p:sp>
        <p:nvSpPr>
          <p:cNvPr id="5" name="Date Placeholder 4">
            <a:extLst>
              <a:ext uri="{FF2B5EF4-FFF2-40B4-BE49-F238E27FC236}">
                <a16:creationId xmlns:a16="http://schemas.microsoft.com/office/drawing/2014/main" id="{8C92B02E-3419-5E99-EBBF-6359AE610D02}"/>
              </a:ext>
            </a:extLst>
          </p:cNvPr>
          <p:cNvSpPr>
            <a:spLocks noGrp="1"/>
          </p:cNvSpPr>
          <p:nvPr>
            <p:ph type="dt" sz="half" idx="10"/>
          </p:nvPr>
        </p:nvSpPr>
        <p:spPr>
          <a:xfrm>
            <a:off x="9737594" y="6445997"/>
            <a:ext cx="1842115" cy="365125"/>
          </a:xfrm>
        </p:spPr>
        <p:txBody>
          <a:bodyPr anchor="ctr">
            <a:normAutofit/>
          </a:bodyPr>
          <a:lstStyle/>
          <a:p>
            <a:pPr>
              <a:spcAft>
                <a:spcPts val="600"/>
              </a:spcAft>
            </a:pPr>
            <a:fld id="{8A278C13-F8B8-4237-9811-6A882F130BDA}" type="datetime1">
              <a:rPr lang="en-US" smtClean="0"/>
              <a:pPr>
                <a:spcAft>
                  <a:spcPts val="600"/>
                </a:spcAft>
              </a:pPr>
              <a:t>11/30/2025</a:t>
            </a:fld>
            <a:endParaRPr lang="en-US"/>
          </a:p>
        </p:txBody>
      </p:sp>
      <p:sp>
        <p:nvSpPr>
          <p:cNvPr id="6" name="Slide Number Placeholder 5">
            <a:extLst>
              <a:ext uri="{FF2B5EF4-FFF2-40B4-BE49-F238E27FC236}">
                <a16:creationId xmlns:a16="http://schemas.microsoft.com/office/drawing/2014/main" id="{E071ABE5-901D-562D-E04E-F68C5F7CDC47}"/>
              </a:ext>
            </a:extLst>
          </p:cNvPr>
          <p:cNvSpPr>
            <a:spLocks noGrp="1"/>
          </p:cNvSpPr>
          <p:nvPr>
            <p:ph type="sldNum" sz="quarter" idx="12"/>
          </p:nvPr>
        </p:nvSpPr>
        <p:spPr>
          <a:xfrm>
            <a:off x="11734800" y="6445997"/>
            <a:ext cx="457200" cy="365125"/>
          </a:xfrm>
        </p:spPr>
        <p:txBody>
          <a:bodyPr anchor="ctr">
            <a:normAutofit/>
          </a:bodyPr>
          <a:lstStyle/>
          <a:p>
            <a:pPr>
              <a:spcAft>
                <a:spcPts val="600"/>
              </a:spcAft>
            </a:pPr>
            <a:fld id="{DDF60B60-82CA-4BB9-BA6E-A62FADF2374B}" type="slidenum">
              <a:rPr lang="en-US" smtClean="0"/>
              <a:pPr>
                <a:spcAft>
                  <a:spcPts val="600"/>
                </a:spcAft>
              </a:pPr>
              <a:t>1</a:t>
            </a:fld>
            <a:endParaRPr lang="en-US"/>
          </a:p>
        </p:txBody>
      </p:sp>
    </p:spTree>
    <p:extLst>
      <p:ext uri="{BB962C8B-B14F-4D97-AF65-F5344CB8AC3E}">
        <p14:creationId xmlns:p14="http://schemas.microsoft.com/office/powerpoint/2010/main" val="28081935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par>
                                <p:cTn id="8" presetID="10" presetClass="entr" presetSubtype="0" fill="hold" grpId="0" nodeType="withEffect">
                                  <p:stCondLst>
                                    <p:cond delay="1000"/>
                                  </p:stCondLst>
                                  <p:iterate type="wd">
                                    <p:tmPct val="15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1000"/>
                                        <p:tgtEl>
                                          <p:spTgt spid="3">
                                            <p:txEl>
                                              <p:pRg st="0" end="0"/>
                                            </p:txEl>
                                          </p:spTgt>
                                        </p:tgtEl>
                                      </p:cBhvr>
                                    </p:animEffect>
                                  </p:childTnLst>
                                </p:cTn>
                              </p:par>
                              <p:par>
                                <p:cTn id="11" presetID="10" presetClass="entr" presetSubtype="0" fill="hold" grpId="1" nodeType="withEffect">
                                  <p:stCondLst>
                                    <p:cond delay="250"/>
                                  </p:stCondLst>
                                  <p:iterate type="wd">
                                    <p:tmPct val="10000"/>
                                  </p:iterate>
                                  <p:childTnLst>
                                    <p:set>
                                      <p:cBhvr>
                                        <p:cTn id="12" dur="1" fill="hold">
                                          <p:stCondLst>
                                            <p:cond delay="0"/>
                                          </p:stCondLst>
                                        </p:cTn>
                                        <p:tgtEl>
                                          <p:spTgt spid="3"/>
                                        </p:tgtEl>
                                        <p:attrNameLst>
                                          <p:attrName>style.visibility</p:attrName>
                                        </p:attrNameLst>
                                      </p:cBhvr>
                                      <p:to>
                                        <p:strVal val="visible"/>
                                      </p:to>
                                    </p:set>
                                    <p:animEffect transition="in" filter="fade">
                                      <p:cBhvr>
                                        <p:cTn id="13"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38EB7C-4F2A-013C-B2E5-31D0CA364E68}"/>
              </a:ext>
            </a:extLst>
          </p:cNvPr>
          <p:cNvSpPr>
            <a:spLocks noGrp="1"/>
          </p:cNvSpPr>
          <p:nvPr>
            <p:ph type="title"/>
          </p:nvPr>
        </p:nvSpPr>
        <p:spPr>
          <a:xfrm>
            <a:off x="457201" y="1118941"/>
            <a:ext cx="6565392" cy="5200516"/>
          </a:xfrm>
        </p:spPr>
        <p:txBody>
          <a:bodyPr anchor="b">
            <a:normAutofit/>
          </a:bodyPr>
          <a:lstStyle/>
          <a:p>
            <a:r>
              <a:rPr lang="en-US"/>
              <a:t>Agenda Overview</a:t>
            </a:r>
          </a:p>
        </p:txBody>
      </p:sp>
      <p:sp>
        <p:nvSpPr>
          <p:cNvPr id="3" name="Content Placeholder 2">
            <a:extLst>
              <a:ext uri="{FF2B5EF4-FFF2-40B4-BE49-F238E27FC236}">
                <a16:creationId xmlns:a16="http://schemas.microsoft.com/office/drawing/2014/main" id="{780F3E52-3A2E-9A5A-9ECF-7C5051B2FED8}"/>
              </a:ext>
            </a:extLst>
          </p:cNvPr>
          <p:cNvSpPr>
            <a:spLocks noGrp="1"/>
          </p:cNvSpPr>
          <p:nvPr>
            <p:ph sz="quarter" idx="13"/>
            <p:extLst>
              <p:ext uri="{E7BDC344-281C-4309-B0C6-D0EE65EED2A8}">
                <p202:designPr xmlns:p202="http://schemas.microsoft.com/office/powerpoint/2020/02/main">
                  <p202:designTagLst>
                    <p202:designTag name="ARCH:1:CLS" val="BulletedText"/>
                  </p202:designTagLst>
                </p202:designPr>
              </p:ext>
            </p:extLst>
          </p:nvPr>
        </p:nvSpPr>
        <p:spPr>
          <a:xfrm>
            <a:off x="7857689" y="532759"/>
            <a:ext cx="3877110" cy="5463437"/>
          </a:xfrm>
        </p:spPr>
        <p:txBody>
          <a:bodyPr>
            <a:normAutofit/>
          </a:bodyPr>
          <a:lstStyle/>
          <a:p>
            <a:pPr>
              <a:buFont typeface="Arial" panose="020B0604020202020204" pitchFamily="34" charset="0"/>
              <a:buChar char="•"/>
            </a:pPr>
            <a:r>
              <a:t>Introduction to Software Update Streams</a:t>
            </a:r>
          </a:p>
          <a:p>
            <a:pPr>
              <a:buFont typeface="Arial" panose="020B0604020202020204" pitchFamily="34" charset="0"/>
              <a:buChar char="•"/>
            </a:pPr>
            <a:r>
              <a:t>Defining Anomalies in Software Update Data</a:t>
            </a:r>
          </a:p>
          <a:p>
            <a:pPr>
              <a:buFont typeface="Arial" panose="020B0604020202020204" pitchFamily="34" charset="0"/>
              <a:buChar char="•"/>
            </a:pPr>
            <a:r>
              <a:t>Machine Learning Techniques for Anomaly Detection</a:t>
            </a:r>
          </a:p>
          <a:p>
            <a:pPr>
              <a:buFont typeface="Arial" panose="020B0604020202020204" pitchFamily="34" charset="0"/>
              <a:buChar char="•"/>
            </a:pPr>
            <a:r>
              <a:t>Advanced Data Analysis Strategies</a:t>
            </a:r>
          </a:p>
          <a:p>
            <a:pPr>
              <a:buFont typeface="Arial" panose="020B0604020202020204" pitchFamily="34" charset="0"/>
              <a:buChar char="•"/>
            </a:pPr>
            <a:r>
              <a:t>Implementation and Evaluation of Detection Systems</a:t>
            </a:r>
            <a:endParaRPr lang="en-US"/>
          </a:p>
        </p:txBody>
      </p:sp>
      <p:sp>
        <p:nvSpPr>
          <p:cNvPr id="4" name="Footer Placeholder 3">
            <a:extLst>
              <a:ext uri="{FF2B5EF4-FFF2-40B4-BE49-F238E27FC236}">
                <a16:creationId xmlns:a16="http://schemas.microsoft.com/office/drawing/2014/main" id="{D7C26D4D-B51D-A5BE-648A-A58C3D9EBBDA}"/>
              </a:ext>
            </a:extLst>
          </p:cNvPr>
          <p:cNvSpPr>
            <a:spLocks noGrp="1"/>
          </p:cNvSpPr>
          <p:nvPr>
            <p:ph type="ftr" sz="quarter" idx="11"/>
          </p:nvPr>
        </p:nvSpPr>
        <p:spPr>
          <a:xfrm>
            <a:off x="457200" y="6445997"/>
            <a:ext cx="3949302" cy="365125"/>
          </a:xfrm>
        </p:spPr>
        <p:txBody>
          <a:bodyPr anchor="ctr">
            <a:normAutofit/>
          </a:bodyPr>
          <a:lstStyle/>
          <a:p>
            <a:pPr>
              <a:spcAft>
                <a:spcPts val="600"/>
              </a:spcAft>
            </a:pPr>
            <a:r>
              <a:rPr lang="en-US"/>
              <a:t>Sample Footer Text</a:t>
            </a:r>
          </a:p>
        </p:txBody>
      </p:sp>
      <p:sp>
        <p:nvSpPr>
          <p:cNvPr id="5" name="Date Placeholder 4">
            <a:extLst>
              <a:ext uri="{FF2B5EF4-FFF2-40B4-BE49-F238E27FC236}">
                <a16:creationId xmlns:a16="http://schemas.microsoft.com/office/drawing/2014/main" id="{6396614E-FBCB-5B1C-6696-B7AE3FD69FC6}"/>
              </a:ext>
            </a:extLst>
          </p:cNvPr>
          <p:cNvSpPr>
            <a:spLocks noGrp="1"/>
          </p:cNvSpPr>
          <p:nvPr>
            <p:ph type="dt" sz="half" idx="10"/>
          </p:nvPr>
        </p:nvSpPr>
        <p:spPr>
          <a:xfrm>
            <a:off x="9737594" y="6445997"/>
            <a:ext cx="1842115" cy="365125"/>
          </a:xfrm>
        </p:spPr>
        <p:txBody>
          <a:bodyPr anchor="ctr">
            <a:normAutofit/>
          </a:bodyPr>
          <a:lstStyle/>
          <a:p>
            <a:pPr>
              <a:spcAft>
                <a:spcPts val="600"/>
              </a:spcAft>
            </a:pPr>
            <a:fld id="{2F88F8D0-0E9B-4650-859F-69E8A62E8B3F}" type="datetime1">
              <a:rPr lang="en-US" smtClean="0"/>
              <a:pPr>
                <a:spcAft>
                  <a:spcPts val="600"/>
                </a:spcAft>
              </a:pPr>
              <a:t>11/30/2025</a:t>
            </a:fld>
            <a:endParaRPr lang="en-US"/>
          </a:p>
        </p:txBody>
      </p:sp>
      <p:sp>
        <p:nvSpPr>
          <p:cNvPr id="6" name="Slide Number Placeholder 5">
            <a:extLst>
              <a:ext uri="{FF2B5EF4-FFF2-40B4-BE49-F238E27FC236}">
                <a16:creationId xmlns:a16="http://schemas.microsoft.com/office/drawing/2014/main" id="{93834B23-685C-C0C5-0417-C16E6AE9A7BF}"/>
              </a:ext>
            </a:extLst>
          </p:cNvPr>
          <p:cNvSpPr>
            <a:spLocks noGrp="1"/>
          </p:cNvSpPr>
          <p:nvPr>
            <p:ph type="sldNum" sz="quarter" idx="12"/>
          </p:nvPr>
        </p:nvSpPr>
        <p:spPr>
          <a:xfrm>
            <a:off x="11734800" y="6445997"/>
            <a:ext cx="457200" cy="365125"/>
          </a:xfrm>
        </p:spPr>
        <p:txBody>
          <a:bodyPr anchor="ctr">
            <a:normAutofit/>
          </a:bodyPr>
          <a:lstStyle/>
          <a:p>
            <a:pPr>
              <a:spcAft>
                <a:spcPts val="600"/>
              </a:spcAft>
            </a:pPr>
            <a:fld id="{DDF60B60-82CA-4BB9-BA6E-A62FADF2374B}" type="slidenum">
              <a:rPr lang="en-US" smtClean="0"/>
              <a:pPr>
                <a:spcAft>
                  <a:spcPts val="600"/>
                </a:spcAft>
              </a:pPr>
              <a:t>2</a:t>
            </a:fld>
            <a:endParaRPr lang="en-US"/>
          </a:p>
        </p:txBody>
      </p:sp>
    </p:spTree>
    <p:extLst>
      <p:ext uri="{BB962C8B-B14F-4D97-AF65-F5344CB8AC3E}">
        <p14:creationId xmlns:p14="http://schemas.microsoft.com/office/powerpoint/2010/main" val="160483238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877695-D0E1-4541-CD08-E0CDFE98AB46}"/>
              </a:ext>
            </a:extLst>
          </p:cNvPr>
          <p:cNvSpPr>
            <a:spLocks noGrp="1"/>
          </p:cNvSpPr>
          <p:nvPr>
            <p:ph type="title"/>
          </p:nvPr>
        </p:nvSpPr>
        <p:spPr>
          <a:xfrm>
            <a:off x="457200" y="2968607"/>
            <a:ext cx="8932653" cy="3450568"/>
          </a:xfrm>
        </p:spPr>
        <p:txBody>
          <a:bodyPr anchor="b">
            <a:normAutofit/>
          </a:bodyPr>
          <a:lstStyle/>
          <a:p>
            <a:r>
              <a:rPr lang="en-US"/>
              <a:t>Introduction to Software Update Streams</a:t>
            </a:r>
          </a:p>
        </p:txBody>
      </p:sp>
      <p:sp>
        <p:nvSpPr>
          <p:cNvPr id="4" name="Footer Placeholder 3">
            <a:extLst>
              <a:ext uri="{FF2B5EF4-FFF2-40B4-BE49-F238E27FC236}">
                <a16:creationId xmlns:a16="http://schemas.microsoft.com/office/drawing/2014/main" id="{E2EE809D-B191-8F26-5B7D-6DE7A65A1A46}"/>
              </a:ext>
            </a:extLst>
          </p:cNvPr>
          <p:cNvSpPr>
            <a:spLocks noGrp="1"/>
          </p:cNvSpPr>
          <p:nvPr>
            <p:ph type="ftr" sz="quarter" idx="11"/>
          </p:nvPr>
        </p:nvSpPr>
        <p:spPr>
          <a:xfrm>
            <a:off x="457200" y="6445997"/>
            <a:ext cx="3751081" cy="365125"/>
          </a:xfrm>
        </p:spPr>
        <p:txBody>
          <a:bodyPr anchor="ctr">
            <a:normAutofit/>
          </a:bodyPr>
          <a:lstStyle/>
          <a:p>
            <a:pPr>
              <a:spcAft>
                <a:spcPts val="600"/>
              </a:spcAft>
            </a:pPr>
            <a:r>
              <a:rPr lang="en-US"/>
              <a:t>Sample Footer Text</a:t>
            </a:r>
          </a:p>
        </p:txBody>
      </p:sp>
      <p:sp>
        <p:nvSpPr>
          <p:cNvPr id="5" name="Date Placeholder 4">
            <a:extLst>
              <a:ext uri="{FF2B5EF4-FFF2-40B4-BE49-F238E27FC236}">
                <a16:creationId xmlns:a16="http://schemas.microsoft.com/office/drawing/2014/main" id="{255CC03E-DBCA-71ED-67B8-735769156AF4}"/>
              </a:ext>
            </a:extLst>
          </p:cNvPr>
          <p:cNvSpPr>
            <a:spLocks noGrp="1"/>
          </p:cNvSpPr>
          <p:nvPr>
            <p:ph type="dt" sz="half" idx="10"/>
          </p:nvPr>
        </p:nvSpPr>
        <p:spPr>
          <a:xfrm>
            <a:off x="9737594" y="6445997"/>
            <a:ext cx="1842115" cy="365125"/>
          </a:xfrm>
        </p:spPr>
        <p:txBody>
          <a:bodyPr anchor="ctr">
            <a:normAutofit/>
          </a:bodyPr>
          <a:lstStyle/>
          <a:p>
            <a:pPr>
              <a:spcAft>
                <a:spcPts val="600"/>
              </a:spcAft>
            </a:pPr>
            <a:fld id="{8A278C13-F8B8-4237-9811-6A882F130BDA}" type="datetime1">
              <a:rPr lang="en-US" smtClean="0"/>
              <a:pPr>
                <a:spcAft>
                  <a:spcPts val="600"/>
                </a:spcAft>
              </a:pPr>
              <a:t>11/30/2025</a:t>
            </a:fld>
            <a:endParaRPr lang="en-US"/>
          </a:p>
        </p:txBody>
      </p:sp>
      <p:sp>
        <p:nvSpPr>
          <p:cNvPr id="6" name="Slide Number Placeholder 5">
            <a:extLst>
              <a:ext uri="{FF2B5EF4-FFF2-40B4-BE49-F238E27FC236}">
                <a16:creationId xmlns:a16="http://schemas.microsoft.com/office/drawing/2014/main" id="{93DC7C46-DDDE-88A5-FBCC-45B260CDC6D3}"/>
              </a:ext>
            </a:extLst>
          </p:cNvPr>
          <p:cNvSpPr>
            <a:spLocks noGrp="1"/>
          </p:cNvSpPr>
          <p:nvPr>
            <p:ph type="sldNum" sz="quarter" idx="12"/>
          </p:nvPr>
        </p:nvSpPr>
        <p:spPr>
          <a:xfrm>
            <a:off x="11734800" y="6445997"/>
            <a:ext cx="457200" cy="365125"/>
          </a:xfrm>
        </p:spPr>
        <p:txBody>
          <a:bodyPr anchor="ctr">
            <a:normAutofit/>
          </a:bodyPr>
          <a:lstStyle/>
          <a:p>
            <a:pPr>
              <a:spcAft>
                <a:spcPts val="600"/>
              </a:spcAft>
            </a:pPr>
            <a:fld id="{DDF60B60-82CA-4BB9-BA6E-A62FADF2374B}" type="slidenum">
              <a:rPr lang="en-US" smtClean="0"/>
              <a:pPr>
                <a:spcAft>
                  <a:spcPts val="600"/>
                </a:spcAft>
              </a:pPr>
              <a:t>3</a:t>
            </a:fld>
            <a:endParaRPr lang="en-US"/>
          </a:p>
        </p:txBody>
      </p:sp>
    </p:spTree>
    <p:extLst>
      <p:ext uri="{BB962C8B-B14F-4D97-AF65-F5344CB8AC3E}">
        <p14:creationId xmlns:p14="http://schemas.microsoft.com/office/powerpoint/2010/main" val="264564500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610E29-14C0-28F5-5D19-08ED68C4A231}"/>
              </a:ext>
            </a:extLst>
          </p:cNvPr>
          <p:cNvSpPr>
            <a:spLocks noGrp="1"/>
          </p:cNvSpPr>
          <p:nvPr>
            <p:ph type="title"/>
          </p:nvPr>
        </p:nvSpPr>
        <p:spPr>
          <a:xfrm>
            <a:off x="457199" y="377072"/>
            <a:ext cx="4958078" cy="1225485"/>
          </a:xfrm>
        </p:spPr>
        <p:txBody>
          <a:bodyPr anchor="t">
            <a:normAutofit/>
          </a:bodyPr>
          <a:lstStyle/>
          <a:p>
            <a:r>
              <a:rPr lang="en-US"/>
              <a:t>Understanding Software Update Processes</a:t>
            </a:r>
          </a:p>
        </p:txBody>
      </p:sp>
      <p:pic>
        <p:nvPicPr>
          <p:cNvPr id="8" name="Content Placeholder 7">
            <a:extLst>
              <a:ext uri="{FF2B5EF4-FFF2-40B4-BE49-F238E27FC236}">
                <a16:creationId xmlns:a16="http://schemas.microsoft.com/office/drawing/2014/main" id="{946019C9-7E8D-421C-902D-0180E41059F6}"/>
              </a:ext>
            </a:extLst>
          </p:cNvPr>
          <p:cNvPicPr>
            <a:picLocks noGrp="1" noChangeAspect="1"/>
          </p:cNvPicPr>
          <p:nvPr>
            <p:ph type="pic" sz="quarter" idx="13"/>
          </p:nvPr>
        </p:nvPicPr>
        <p:blipFill>
          <a:blip r:embed="rId3"/>
          <a:srcRect l="7783" r="7783"/>
          <a:stretch/>
        </p:blipFill>
        <p:spPr>
          <a:xfrm>
            <a:off x="20" y="1842182"/>
            <a:ext cx="5758152" cy="4546457"/>
          </a:xfrm>
          <a:prstGeom prst="rect">
            <a:avLst/>
          </a:prstGeom>
          <a:noFill/>
        </p:spPr>
      </p:pic>
      <p:sp>
        <p:nvSpPr>
          <p:cNvPr id="4" name="Content Placeholder 3">
            <a:extLst>
              <a:ext uri="{FF2B5EF4-FFF2-40B4-BE49-F238E27FC236}">
                <a16:creationId xmlns:a16="http://schemas.microsoft.com/office/drawing/2014/main" id="{8FCF4B89-D48D-D066-38A2-DD4F98D005A3}"/>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76142" y="377072"/>
            <a:ext cx="5558655" cy="5797484"/>
          </a:xfrm>
        </p:spPr>
        <p:txBody>
          <a:bodyPr>
            <a:normAutofit/>
          </a:bodyPr>
          <a:lstStyle/>
          <a:p>
            <a:pPr marL="0" indent="0">
              <a:spcBef>
                <a:spcPts val="2500"/>
              </a:spcBef>
              <a:buFont typeface="Arial" panose="020B0604020202020204" pitchFamily="34" charset="0"/>
              <a:buNone/>
            </a:pPr>
            <a:r>
              <a:rPr lang="en-US" sz="1400" b="1"/>
              <a:t>Software Update Stages</a:t>
            </a:r>
          </a:p>
          <a:p>
            <a:pPr marL="0" lvl="1" indent="0">
              <a:buFont typeface="Arial" panose="020B0604020202020204" pitchFamily="34" charset="0"/>
              <a:buNone/>
            </a:pPr>
            <a:r>
              <a:rPr lang="en-US" sz="1400"/>
              <a:t>Software updates include packaging, dissemination, installation, and verification to ensure system enhancements and security.</a:t>
            </a:r>
          </a:p>
          <a:p>
            <a:pPr marL="0" indent="0">
              <a:spcBef>
                <a:spcPts val="2500"/>
              </a:spcBef>
              <a:buFont typeface="Arial" panose="020B0604020202020204" pitchFamily="34" charset="0"/>
              <a:buNone/>
            </a:pPr>
            <a:r>
              <a:rPr lang="en-US" sz="1400" b="1"/>
              <a:t>Continuous Delivery Models</a:t>
            </a:r>
          </a:p>
          <a:p>
            <a:pPr marL="0" lvl="1" indent="0">
              <a:buFont typeface="Arial" panose="020B0604020202020204" pitchFamily="34" charset="0"/>
              <a:buNone/>
            </a:pPr>
            <a:r>
              <a:rPr lang="en-US" sz="1400"/>
              <a:t>Modern ecosystems use continuous delivery and deployment to provide frequent, automated software updates.</a:t>
            </a:r>
          </a:p>
          <a:p>
            <a:pPr marL="0" indent="0">
              <a:spcBef>
                <a:spcPts val="2500"/>
              </a:spcBef>
              <a:buFont typeface="Arial" panose="020B0604020202020204" pitchFamily="34" charset="0"/>
              <a:buNone/>
            </a:pPr>
            <a:r>
              <a:rPr lang="en-US" sz="1400" b="1"/>
              <a:t>Update Event Data</a:t>
            </a:r>
          </a:p>
          <a:p>
            <a:pPr marL="0" lvl="1" indent="0">
              <a:buFont typeface="Arial" panose="020B0604020202020204" pitchFamily="34" charset="0"/>
              <a:buNone/>
            </a:pPr>
            <a:r>
              <a:rPr lang="en-US" sz="1400"/>
              <a:t>Update events capture timestamps, version details, success status, and device identifiers for monitoring.</a:t>
            </a:r>
          </a:p>
          <a:p>
            <a:pPr marL="0" indent="0">
              <a:spcBef>
                <a:spcPts val="2500"/>
              </a:spcBef>
              <a:buFont typeface="Arial" panose="020B0604020202020204" pitchFamily="34" charset="0"/>
              <a:buNone/>
            </a:pPr>
            <a:r>
              <a:rPr lang="en-US" sz="1400" b="1"/>
              <a:t>Anomaly Detection Importance</a:t>
            </a:r>
          </a:p>
          <a:p>
            <a:pPr marL="0" lvl="1" indent="0">
              <a:buFont typeface="Arial" panose="020B0604020202020204" pitchFamily="34" charset="0"/>
              <a:buNone/>
            </a:pPr>
            <a:r>
              <a:rPr lang="en-US" sz="1400"/>
              <a:t>Understanding update processes helps identify normal versus anomalous behaviors for improved security.</a:t>
            </a:r>
          </a:p>
        </p:txBody>
      </p:sp>
      <p:sp>
        <p:nvSpPr>
          <p:cNvPr id="5" name="Footer Placeholder 4">
            <a:extLst>
              <a:ext uri="{FF2B5EF4-FFF2-40B4-BE49-F238E27FC236}">
                <a16:creationId xmlns:a16="http://schemas.microsoft.com/office/drawing/2014/main" id="{9388E0AB-FD04-6D4F-4391-C6A4C222DBED}"/>
              </a:ext>
            </a:extLst>
          </p:cNvPr>
          <p:cNvSpPr>
            <a:spLocks noGrp="1"/>
          </p:cNvSpPr>
          <p:nvPr>
            <p:ph type="ftr" sz="quarter" idx="11"/>
          </p:nvPr>
        </p:nvSpPr>
        <p:spPr>
          <a:xfrm>
            <a:off x="457200" y="6445997"/>
            <a:ext cx="3949302" cy="365125"/>
          </a:xfrm>
        </p:spPr>
        <p:txBody>
          <a:bodyPr anchor="ctr">
            <a:normAutofit/>
          </a:bodyPr>
          <a:lstStyle/>
          <a:p>
            <a:pPr>
              <a:spcAft>
                <a:spcPts val="600"/>
              </a:spcAft>
            </a:pPr>
            <a:r>
              <a:rPr lang="en-US"/>
              <a:t>Sample Footer Text</a:t>
            </a:r>
          </a:p>
        </p:txBody>
      </p:sp>
      <p:sp>
        <p:nvSpPr>
          <p:cNvPr id="6" name="Date Placeholder 5">
            <a:extLst>
              <a:ext uri="{FF2B5EF4-FFF2-40B4-BE49-F238E27FC236}">
                <a16:creationId xmlns:a16="http://schemas.microsoft.com/office/drawing/2014/main" id="{9D07253A-F6A3-5A7A-54C4-734C23C45357}"/>
              </a:ext>
            </a:extLst>
          </p:cNvPr>
          <p:cNvSpPr>
            <a:spLocks noGrp="1"/>
          </p:cNvSpPr>
          <p:nvPr>
            <p:ph type="dt" sz="half" idx="10"/>
          </p:nvPr>
        </p:nvSpPr>
        <p:spPr>
          <a:xfrm>
            <a:off x="9737594" y="6445997"/>
            <a:ext cx="1842115" cy="365125"/>
          </a:xfrm>
        </p:spPr>
        <p:txBody>
          <a:bodyPr anchor="ctr">
            <a:normAutofit/>
          </a:bodyPr>
          <a:lstStyle/>
          <a:p>
            <a:pPr>
              <a:spcAft>
                <a:spcPts val="600"/>
              </a:spcAft>
            </a:pPr>
            <a:fld id="{B20F022F-161E-41B9-A1BC-CC85E43B1AF4}" type="datetime1">
              <a:rPr lang="en-US" smtClean="0"/>
              <a:pPr>
                <a:spcAft>
                  <a:spcPts val="600"/>
                </a:spcAft>
              </a:pPr>
              <a:t>11/30/2025</a:t>
            </a:fld>
            <a:endParaRPr lang="en-US"/>
          </a:p>
        </p:txBody>
      </p:sp>
      <p:sp>
        <p:nvSpPr>
          <p:cNvPr id="7" name="Slide Number Placeholder 6">
            <a:extLst>
              <a:ext uri="{FF2B5EF4-FFF2-40B4-BE49-F238E27FC236}">
                <a16:creationId xmlns:a16="http://schemas.microsoft.com/office/drawing/2014/main" id="{38DBE595-2675-F938-965F-729B900622C0}"/>
              </a:ext>
            </a:extLst>
          </p:cNvPr>
          <p:cNvSpPr>
            <a:spLocks noGrp="1"/>
          </p:cNvSpPr>
          <p:nvPr>
            <p:ph type="sldNum" sz="quarter" idx="12"/>
          </p:nvPr>
        </p:nvSpPr>
        <p:spPr>
          <a:xfrm>
            <a:off x="11734800" y="6445997"/>
            <a:ext cx="457200" cy="365125"/>
          </a:xfrm>
        </p:spPr>
        <p:txBody>
          <a:bodyPr anchor="ctr">
            <a:normAutofit/>
          </a:bodyPr>
          <a:lstStyle/>
          <a:p>
            <a:pPr>
              <a:spcAft>
                <a:spcPts val="600"/>
              </a:spcAft>
            </a:pPr>
            <a:fld id="{DDF60B60-82CA-4BB9-BA6E-A62FADF2374B}" type="slidenum">
              <a:rPr lang="en-US" smtClean="0"/>
              <a:pPr>
                <a:spcAft>
                  <a:spcPts val="600"/>
                </a:spcAft>
              </a:pPr>
              <a:t>4</a:t>
            </a:fld>
            <a:endParaRPr lang="en-US"/>
          </a:p>
        </p:txBody>
      </p:sp>
    </p:spTree>
    <p:extLst>
      <p:ext uri="{BB962C8B-B14F-4D97-AF65-F5344CB8AC3E}">
        <p14:creationId xmlns:p14="http://schemas.microsoft.com/office/powerpoint/2010/main" val="194513494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354ACC-6123-E8B6-F581-EE4F1F764B08}"/>
              </a:ext>
            </a:extLst>
          </p:cNvPr>
          <p:cNvSpPr>
            <a:spLocks noGrp="1"/>
          </p:cNvSpPr>
          <p:nvPr>
            <p:ph type="title"/>
          </p:nvPr>
        </p:nvSpPr>
        <p:spPr>
          <a:xfrm>
            <a:off x="457199" y="377072"/>
            <a:ext cx="4958078" cy="1225485"/>
          </a:xfrm>
        </p:spPr>
        <p:txBody>
          <a:bodyPr anchor="t">
            <a:normAutofit/>
          </a:bodyPr>
          <a:lstStyle/>
          <a:p>
            <a:r>
              <a:rPr lang="en-US"/>
              <a:t>Types of Data Generated in Update Streams</a:t>
            </a:r>
          </a:p>
        </p:txBody>
      </p:sp>
      <p:pic>
        <p:nvPicPr>
          <p:cNvPr id="8" name="Content Placeholder 7" descr="data streams with event logs, performance metrics, system states, and network telemetry in a digital abstract style">
            <a:extLst>
              <a:ext uri="{FF2B5EF4-FFF2-40B4-BE49-F238E27FC236}">
                <a16:creationId xmlns:a16="http://schemas.microsoft.com/office/drawing/2014/main" id="{FFEBBE46-BDF5-41EE-AC6B-1002FDF8F007}"/>
              </a:ext>
            </a:extLst>
          </p:cNvPr>
          <p:cNvPicPr>
            <a:picLocks noGrp="1" noChangeAspect="1"/>
          </p:cNvPicPr>
          <p:nvPr>
            <p:ph type="pic" sz="quarter" idx="13"/>
          </p:nvPr>
        </p:nvPicPr>
        <p:blipFill>
          <a:blip r:embed="rId3"/>
          <a:srcRect l="14209" r="1251"/>
          <a:stretch>
            <a:fillRect/>
          </a:stretch>
        </p:blipFill>
        <p:spPr>
          <a:xfrm>
            <a:off x="20" y="1842182"/>
            <a:ext cx="5758152" cy="4546457"/>
          </a:xfrm>
          <a:prstGeom prst="rect">
            <a:avLst/>
          </a:prstGeom>
          <a:noFill/>
        </p:spPr>
      </p:pic>
      <p:sp>
        <p:nvSpPr>
          <p:cNvPr id="4" name="Content Placeholder 3">
            <a:extLst>
              <a:ext uri="{FF2B5EF4-FFF2-40B4-BE49-F238E27FC236}">
                <a16:creationId xmlns:a16="http://schemas.microsoft.com/office/drawing/2014/main" id="{EB602BA4-0AC7-F1CD-0880-F7CD0A21807F}"/>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76142" y="377072"/>
            <a:ext cx="5558655" cy="5797484"/>
          </a:xfrm>
        </p:spPr>
        <p:txBody>
          <a:bodyPr>
            <a:normAutofit/>
          </a:bodyPr>
          <a:lstStyle/>
          <a:p>
            <a:pPr marL="0" indent="0">
              <a:spcBef>
                <a:spcPts val="2500"/>
              </a:spcBef>
              <a:buFont typeface="Arial" panose="020B0604020202020204" pitchFamily="34" charset="0"/>
              <a:buNone/>
            </a:pPr>
            <a:r>
              <a:rPr lang="en-US" sz="1400" b="1"/>
              <a:t>Event Logs Data</a:t>
            </a:r>
          </a:p>
          <a:p>
            <a:pPr marL="0" lvl="1" indent="0">
              <a:buFont typeface="Arial" panose="020B0604020202020204" pitchFamily="34" charset="0"/>
              <a:buNone/>
            </a:pPr>
            <a:r>
              <a:rPr lang="en-US" sz="1400"/>
              <a:t>Event logs include timestamps, version numbers, and error codes generated during system updates.</a:t>
            </a:r>
          </a:p>
          <a:p>
            <a:pPr marL="0" indent="0">
              <a:spcBef>
                <a:spcPts val="2500"/>
              </a:spcBef>
              <a:buFont typeface="Arial" panose="020B0604020202020204" pitchFamily="34" charset="0"/>
              <a:buNone/>
            </a:pPr>
            <a:r>
              <a:rPr lang="en-US" sz="1400" b="1"/>
              <a:t>Performance Metrics</a:t>
            </a:r>
          </a:p>
          <a:p>
            <a:pPr marL="0" lvl="1" indent="0">
              <a:buFont typeface="Arial" panose="020B0604020202020204" pitchFamily="34" charset="0"/>
              <a:buNone/>
            </a:pPr>
            <a:r>
              <a:rPr lang="en-US" sz="1400"/>
              <a:t>Performance metrics capture download speeds and installation durations reflecting update efficiency.</a:t>
            </a:r>
          </a:p>
          <a:p>
            <a:pPr marL="0" indent="0">
              <a:spcBef>
                <a:spcPts val="2500"/>
              </a:spcBef>
              <a:buFont typeface="Arial" panose="020B0604020202020204" pitchFamily="34" charset="0"/>
              <a:buNone/>
            </a:pPr>
            <a:r>
              <a:rPr lang="en-US" sz="1400" b="1"/>
              <a:t>System States Data</a:t>
            </a:r>
          </a:p>
          <a:p>
            <a:pPr marL="0" lvl="1" indent="0">
              <a:buFont typeface="Arial" panose="020B0604020202020204" pitchFamily="34" charset="0"/>
              <a:buNone/>
            </a:pPr>
            <a:r>
              <a:rPr lang="en-US" sz="1400"/>
              <a:t>System states data shows hardware and software conditions before and after updates.</a:t>
            </a:r>
          </a:p>
          <a:p>
            <a:pPr marL="0" indent="0">
              <a:spcBef>
                <a:spcPts val="2500"/>
              </a:spcBef>
              <a:buFont typeface="Arial" panose="020B0604020202020204" pitchFamily="34" charset="0"/>
              <a:buNone/>
            </a:pPr>
            <a:r>
              <a:rPr lang="en-US" sz="1400" b="1"/>
              <a:t>Telemetry and User Interaction</a:t>
            </a:r>
          </a:p>
          <a:p>
            <a:pPr marL="0" lvl="1" indent="0">
              <a:buFont typeface="Arial" panose="020B0604020202020204" pitchFamily="34" charset="0"/>
              <a:buNone/>
            </a:pPr>
            <a:r>
              <a:rPr lang="en-US" sz="1400"/>
              <a:t>Telemetry gathers network conditions and user interaction data to enrich update streams.</a:t>
            </a:r>
          </a:p>
        </p:txBody>
      </p:sp>
      <p:sp>
        <p:nvSpPr>
          <p:cNvPr id="5" name="Footer Placeholder 4">
            <a:extLst>
              <a:ext uri="{FF2B5EF4-FFF2-40B4-BE49-F238E27FC236}">
                <a16:creationId xmlns:a16="http://schemas.microsoft.com/office/drawing/2014/main" id="{AC3FD316-A49F-A508-AE78-272A181D22A1}"/>
              </a:ext>
            </a:extLst>
          </p:cNvPr>
          <p:cNvSpPr>
            <a:spLocks noGrp="1"/>
          </p:cNvSpPr>
          <p:nvPr>
            <p:ph type="ftr" sz="quarter" idx="11"/>
          </p:nvPr>
        </p:nvSpPr>
        <p:spPr>
          <a:xfrm>
            <a:off x="457200" y="6445997"/>
            <a:ext cx="3949302" cy="365125"/>
          </a:xfrm>
        </p:spPr>
        <p:txBody>
          <a:bodyPr anchor="ctr">
            <a:normAutofit/>
          </a:bodyPr>
          <a:lstStyle/>
          <a:p>
            <a:pPr>
              <a:spcAft>
                <a:spcPts val="600"/>
              </a:spcAft>
            </a:pPr>
            <a:r>
              <a:rPr lang="en-US"/>
              <a:t>Sample Footer Text</a:t>
            </a:r>
          </a:p>
        </p:txBody>
      </p:sp>
      <p:sp>
        <p:nvSpPr>
          <p:cNvPr id="6" name="Date Placeholder 5">
            <a:extLst>
              <a:ext uri="{FF2B5EF4-FFF2-40B4-BE49-F238E27FC236}">
                <a16:creationId xmlns:a16="http://schemas.microsoft.com/office/drawing/2014/main" id="{2286471D-C3D6-25E8-3CDF-37F481DA234B}"/>
              </a:ext>
            </a:extLst>
          </p:cNvPr>
          <p:cNvSpPr>
            <a:spLocks noGrp="1"/>
          </p:cNvSpPr>
          <p:nvPr>
            <p:ph type="dt" sz="half" idx="10"/>
          </p:nvPr>
        </p:nvSpPr>
        <p:spPr>
          <a:xfrm>
            <a:off x="9737594" y="6445997"/>
            <a:ext cx="1842115" cy="365125"/>
          </a:xfrm>
        </p:spPr>
        <p:txBody>
          <a:bodyPr anchor="ctr">
            <a:normAutofit/>
          </a:bodyPr>
          <a:lstStyle/>
          <a:p>
            <a:pPr>
              <a:spcAft>
                <a:spcPts val="600"/>
              </a:spcAft>
            </a:pPr>
            <a:fld id="{B20F022F-161E-41B9-A1BC-CC85E43B1AF4}" type="datetime1">
              <a:rPr lang="en-US" smtClean="0"/>
              <a:pPr>
                <a:spcAft>
                  <a:spcPts val="600"/>
                </a:spcAft>
              </a:pPr>
              <a:t>11/30/2025</a:t>
            </a:fld>
            <a:endParaRPr lang="en-US"/>
          </a:p>
        </p:txBody>
      </p:sp>
      <p:sp>
        <p:nvSpPr>
          <p:cNvPr id="7" name="Slide Number Placeholder 6">
            <a:extLst>
              <a:ext uri="{FF2B5EF4-FFF2-40B4-BE49-F238E27FC236}">
                <a16:creationId xmlns:a16="http://schemas.microsoft.com/office/drawing/2014/main" id="{9D7687EC-4AAD-CC5D-59A7-BE12F9AB990C}"/>
              </a:ext>
            </a:extLst>
          </p:cNvPr>
          <p:cNvSpPr>
            <a:spLocks noGrp="1"/>
          </p:cNvSpPr>
          <p:nvPr>
            <p:ph type="sldNum" sz="quarter" idx="12"/>
          </p:nvPr>
        </p:nvSpPr>
        <p:spPr>
          <a:xfrm>
            <a:off x="11734800" y="6445997"/>
            <a:ext cx="457200" cy="365125"/>
          </a:xfrm>
        </p:spPr>
        <p:txBody>
          <a:bodyPr anchor="ctr">
            <a:normAutofit/>
          </a:bodyPr>
          <a:lstStyle/>
          <a:p>
            <a:pPr>
              <a:spcAft>
                <a:spcPts val="600"/>
              </a:spcAft>
            </a:pPr>
            <a:fld id="{DDF60B60-82CA-4BB9-BA6E-A62FADF2374B}" type="slidenum">
              <a:rPr lang="en-US" smtClean="0"/>
              <a:pPr>
                <a:spcAft>
                  <a:spcPts val="600"/>
                </a:spcAft>
              </a:pPr>
              <a:t>5</a:t>
            </a:fld>
            <a:endParaRPr lang="en-US"/>
          </a:p>
        </p:txBody>
      </p:sp>
    </p:spTree>
    <p:extLst>
      <p:ext uri="{BB962C8B-B14F-4D97-AF65-F5344CB8AC3E}">
        <p14:creationId xmlns:p14="http://schemas.microsoft.com/office/powerpoint/2010/main" val="243392230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952476-D1AC-59CA-B322-54EEBC622967}"/>
              </a:ext>
            </a:extLst>
          </p:cNvPr>
          <p:cNvSpPr>
            <a:spLocks noGrp="1"/>
          </p:cNvSpPr>
          <p:nvPr>
            <p:ph type="title"/>
          </p:nvPr>
        </p:nvSpPr>
        <p:spPr>
          <a:xfrm>
            <a:off x="7739922" y="458144"/>
            <a:ext cx="3909536" cy="1485873"/>
          </a:xfrm>
        </p:spPr>
        <p:txBody>
          <a:bodyPr anchor="b">
            <a:normAutofit/>
          </a:bodyPr>
          <a:lstStyle/>
          <a:p>
            <a:r>
              <a:rPr lang="en-US"/>
              <a:t>Common Challenges in Managing Update Streams</a:t>
            </a:r>
          </a:p>
        </p:txBody>
      </p:sp>
      <p:pic>
        <p:nvPicPr>
          <p:cNvPr id="8" name="Content Placeholder 7" descr="Abstract illustration of data streams with anomalies and filters representing update management challenges">
            <a:extLst>
              <a:ext uri="{FF2B5EF4-FFF2-40B4-BE49-F238E27FC236}">
                <a16:creationId xmlns:a16="http://schemas.microsoft.com/office/drawing/2014/main" id="{C7B454EF-7FF5-46A0-9BE2-52C58016777A}"/>
              </a:ext>
            </a:extLst>
          </p:cNvPr>
          <p:cNvPicPr>
            <a:picLocks noGrp="1" noChangeAspect="1"/>
          </p:cNvPicPr>
          <p:nvPr>
            <p:ph type="pic" sz="quarter" idx="13"/>
          </p:nvPr>
        </p:nvPicPr>
        <p:blipFill>
          <a:blip r:embed="rId3"/>
          <a:srcRect l="10530" r="13619"/>
          <a:stretch>
            <a:fillRect/>
          </a:stretch>
        </p:blipFill>
        <p:spPr>
          <a:xfrm>
            <a:off x="20" y="10"/>
            <a:ext cx="7268376" cy="6396271"/>
          </a:xfrm>
          <a:prstGeom prst="rect">
            <a:avLst/>
          </a:prstGeom>
          <a:noFill/>
        </p:spPr>
      </p:pic>
      <p:sp>
        <p:nvSpPr>
          <p:cNvPr id="4" name="Content Placeholder 3">
            <a:extLst>
              <a:ext uri="{FF2B5EF4-FFF2-40B4-BE49-F238E27FC236}">
                <a16:creationId xmlns:a16="http://schemas.microsoft.com/office/drawing/2014/main" id="{CCD1C813-1366-12A8-8C27-5A7019EF9CEC}"/>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739922" y="2463789"/>
            <a:ext cx="3909534" cy="3561091"/>
          </a:xfrm>
        </p:spPr>
        <p:txBody>
          <a:bodyPr>
            <a:normAutofit/>
          </a:bodyPr>
          <a:lstStyle/>
          <a:p>
            <a:pPr marL="0" indent="0">
              <a:spcBef>
                <a:spcPts val="2500"/>
              </a:spcBef>
              <a:buFont typeface="Arial" panose="020B0604020202020204" pitchFamily="34" charset="0"/>
              <a:buNone/>
            </a:pPr>
            <a:r>
              <a:rPr lang="en-US" sz="1400" b="1"/>
              <a:t>Data Integrity Challenges</a:t>
            </a:r>
          </a:p>
          <a:p>
            <a:pPr marL="0" lvl="1" indent="0">
              <a:buFont typeface="Arial" panose="020B0604020202020204" pitchFamily="34" charset="0"/>
              <a:buNone/>
            </a:pPr>
            <a:r>
              <a:rPr lang="en-US" sz="1400"/>
              <a:t>Maintaining data integrity is difficult due to high-volume rapid updates and diverse data formats.</a:t>
            </a:r>
          </a:p>
          <a:p>
            <a:pPr marL="0" indent="0">
              <a:spcBef>
                <a:spcPts val="2500"/>
              </a:spcBef>
              <a:buFont typeface="Arial" panose="020B0604020202020204" pitchFamily="34" charset="0"/>
              <a:buNone/>
            </a:pPr>
            <a:r>
              <a:rPr lang="en-US" sz="1400" b="1"/>
              <a:t>Identifying Irregularities</a:t>
            </a:r>
          </a:p>
          <a:p>
            <a:pPr marL="0" lvl="1" indent="0">
              <a:buFont typeface="Arial" panose="020B0604020202020204" pitchFamily="34" charset="0"/>
              <a:buNone/>
            </a:pPr>
            <a:r>
              <a:rPr lang="en-US" sz="1400"/>
              <a:t>Detecting subtle anomalies in large continuous streams is complicated by evolving environments causing concept drift.</a:t>
            </a:r>
          </a:p>
          <a:p>
            <a:pPr marL="0" indent="0">
              <a:spcBef>
                <a:spcPts val="2500"/>
              </a:spcBef>
              <a:buFont typeface="Arial" panose="020B0604020202020204" pitchFamily="34" charset="0"/>
              <a:buNone/>
            </a:pPr>
            <a:r>
              <a:rPr lang="en-US" sz="1400" b="1"/>
              <a:t>Timely Anomaly Detection</a:t>
            </a:r>
          </a:p>
          <a:p>
            <a:pPr marL="0" lvl="1" indent="0">
              <a:buFont typeface="Arial" panose="020B0604020202020204" pitchFamily="34" charset="0"/>
              <a:buNone/>
            </a:pPr>
            <a:r>
              <a:rPr lang="en-US" sz="1400"/>
              <a:t>Balancing timely detection and minimizing false alerts is crucial to maintain system stability.</a:t>
            </a:r>
          </a:p>
        </p:txBody>
      </p:sp>
      <p:sp>
        <p:nvSpPr>
          <p:cNvPr id="5" name="Footer Placeholder 4">
            <a:extLst>
              <a:ext uri="{FF2B5EF4-FFF2-40B4-BE49-F238E27FC236}">
                <a16:creationId xmlns:a16="http://schemas.microsoft.com/office/drawing/2014/main" id="{13CAC242-45C8-3D39-92B5-FAA3FEF988E9}"/>
              </a:ext>
            </a:extLst>
          </p:cNvPr>
          <p:cNvSpPr>
            <a:spLocks noGrp="1"/>
          </p:cNvSpPr>
          <p:nvPr>
            <p:ph type="ftr" sz="quarter" idx="11"/>
          </p:nvPr>
        </p:nvSpPr>
        <p:spPr>
          <a:xfrm>
            <a:off x="457200" y="6445997"/>
            <a:ext cx="3949302" cy="365125"/>
          </a:xfrm>
        </p:spPr>
        <p:txBody>
          <a:bodyPr anchor="ctr">
            <a:normAutofit/>
          </a:bodyPr>
          <a:lstStyle/>
          <a:p>
            <a:pPr>
              <a:spcAft>
                <a:spcPts val="600"/>
              </a:spcAft>
            </a:pPr>
            <a:r>
              <a:rPr lang="en-US"/>
              <a:t>Sample Footer Text</a:t>
            </a:r>
          </a:p>
        </p:txBody>
      </p:sp>
      <p:sp>
        <p:nvSpPr>
          <p:cNvPr id="6" name="Date Placeholder 5">
            <a:extLst>
              <a:ext uri="{FF2B5EF4-FFF2-40B4-BE49-F238E27FC236}">
                <a16:creationId xmlns:a16="http://schemas.microsoft.com/office/drawing/2014/main" id="{A2F24603-978C-8FFB-CE12-A7574E2FE8E8}"/>
              </a:ext>
            </a:extLst>
          </p:cNvPr>
          <p:cNvSpPr>
            <a:spLocks noGrp="1"/>
          </p:cNvSpPr>
          <p:nvPr>
            <p:ph type="dt" sz="half" idx="10"/>
          </p:nvPr>
        </p:nvSpPr>
        <p:spPr>
          <a:xfrm>
            <a:off x="9737594" y="6445997"/>
            <a:ext cx="1842115" cy="365125"/>
          </a:xfrm>
        </p:spPr>
        <p:txBody>
          <a:bodyPr anchor="ctr">
            <a:normAutofit/>
          </a:bodyPr>
          <a:lstStyle/>
          <a:p>
            <a:pPr>
              <a:spcAft>
                <a:spcPts val="600"/>
              </a:spcAft>
            </a:pPr>
            <a:fld id="{B20F022F-161E-41B9-A1BC-CC85E43B1AF4}" type="datetime1">
              <a:rPr lang="en-US" smtClean="0"/>
              <a:pPr>
                <a:spcAft>
                  <a:spcPts val="600"/>
                </a:spcAft>
              </a:pPr>
              <a:t>11/30/2025</a:t>
            </a:fld>
            <a:endParaRPr lang="en-US"/>
          </a:p>
        </p:txBody>
      </p:sp>
      <p:sp>
        <p:nvSpPr>
          <p:cNvPr id="7" name="Slide Number Placeholder 6">
            <a:extLst>
              <a:ext uri="{FF2B5EF4-FFF2-40B4-BE49-F238E27FC236}">
                <a16:creationId xmlns:a16="http://schemas.microsoft.com/office/drawing/2014/main" id="{E09C6187-B99D-C20E-E6EE-FFC5A4D484C9}"/>
              </a:ext>
            </a:extLst>
          </p:cNvPr>
          <p:cNvSpPr>
            <a:spLocks noGrp="1"/>
          </p:cNvSpPr>
          <p:nvPr>
            <p:ph type="sldNum" sz="quarter" idx="12"/>
          </p:nvPr>
        </p:nvSpPr>
        <p:spPr>
          <a:xfrm>
            <a:off x="11734800" y="6445997"/>
            <a:ext cx="457200" cy="365125"/>
          </a:xfrm>
        </p:spPr>
        <p:txBody>
          <a:bodyPr anchor="ctr">
            <a:normAutofit/>
          </a:bodyPr>
          <a:lstStyle/>
          <a:p>
            <a:pPr>
              <a:spcAft>
                <a:spcPts val="600"/>
              </a:spcAft>
            </a:pPr>
            <a:fld id="{DDF60B60-82CA-4BB9-BA6E-A62FADF2374B}" type="slidenum">
              <a:rPr lang="en-US" smtClean="0"/>
              <a:pPr>
                <a:spcAft>
                  <a:spcPts val="600"/>
                </a:spcAft>
              </a:pPr>
              <a:t>6</a:t>
            </a:fld>
            <a:endParaRPr lang="en-US"/>
          </a:p>
        </p:txBody>
      </p:sp>
    </p:spTree>
    <p:extLst>
      <p:ext uri="{BB962C8B-B14F-4D97-AF65-F5344CB8AC3E}">
        <p14:creationId xmlns:p14="http://schemas.microsoft.com/office/powerpoint/2010/main" val="403791261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B6298C-8AB7-9820-B98C-6A3D329653A3}"/>
              </a:ext>
            </a:extLst>
          </p:cNvPr>
          <p:cNvSpPr>
            <a:spLocks noGrp="1"/>
          </p:cNvSpPr>
          <p:nvPr>
            <p:ph type="title"/>
          </p:nvPr>
        </p:nvSpPr>
        <p:spPr>
          <a:xfrm>
            <a:off x="457200" y="2838087"/>
            <a:ext cx="8932653" cy="3312544"/>
          </a:xfrm>
        </p:spPr>
        <p:txBody>
          <a:bodyPr anchor="b">
            <a:normAutofit/>
          </a:bodyPr>
          <a:lstStyle/>
          <a:p>
            <a:r>
              <a:rPr lang="en-US" sz="6100"/>
              <a:t>Defining Anomalies in Software Update Data</a:t>
            </a:r>
          </a:p>
        </p:txBody>
      </p:sp>
      <p:sp>
        <p:nvSpPr>
          <p:cNvPr id="4" name="Footer Placeholder 3">
            <a:extLst>
              <a:ext uri="{FF2B5EF4-FFF2-40B4-BE49-F238E27FC236}">
                <a16:creationId xmlns:a16="http://schemas.microsoft.com/office/drawing/2014/main" id="{0F4FAE16-EABE-B8A2-C809-5EE2CF24A504}"/>
              </a:ext>
            </a:extLst>
          </p:cNvPr>
          <p:cNvSpPr>
            <a:spLocks noGrp="1"/>
          </p:cNvSpPr>
          <p:nvPr>
            <p:ph type="ftr" sz="quarter" idx="11"/>
          </p:nvPr>
        </p:nvSpPr>
        <p:spPr>
          <a:xfrm>
            <a:off x="457200" y="6445997"/>
            <a:ext cx="3751081" cy="365125"/>
          </a:xfrm>
        </p:spPr>
        <p:txBody>
          <a:bodyPr anchor="ctr">
            <a:normAutofit/>
          </a:bodyPr>
          <a:lstStyle/>
          <a:p>
            <a:pPr>
              <a:spcAft>
                <a:spcPts val="600"/>
              </a:spcAft>
            </a:pPr>
            <a:r>
              <a:rPr lang="en-US"/>
              <a:t>Sample Footer Text</a:t>
            </a:r>
          </a:p>
        </p:txBody>
      </p:sp>
      <p:sp>
        <p:nvSpPr>
          <p:cNvPr id="5" name="Date Placeholder 4">
            <a:extLst>
              <a:ext uri="{FF2B5EF4-FFF2-40B4-BE49-F238E27FC236}">
                <a16:creationId xmlns:a16="http://schemas.microsoft.com/office/drawing/2014/main" id="{3394C3D5-6AE8-9904-CF2D-811565152ED4}"/>
              </a:ext>
            </a:extLst>
          </p:cNvPr>
          <p:cNvSpPr>
            <a:spLocks noGrp="1"/>
          </p:cNvSpPr>
          <p:nvPr>
            <p:ph type="dt" sz="half" idx="10"/>
          </p:nvPr>
        </p:nvSpPr>
        <p:spPr>
          <a:xfrm>
            <a:off x="9737594" y="6445997"/>
            <a:ext cx="1842115" cy="365125"/>
          </a:xfrm>
        </p:spPr>
        <p:txBody>
          <a:bodyPr anchor="ctr">
            <a:normAutofit/>
          </a:bodyPr>
          <a:lstStyle/>
          <a:p>
            <a:pPr>
              <a:spcAft>
                <a:spcPts val="600"/>
              </a:spcAft>
            </a:pPr>
            <a:fld id="{8A278C13-F8B8-4237-9811-6A882F130BDA}" type="datetime1">
              <a:rPr lang="en-US" smtClean="0"/>
              <a:pPr>
                <a:spcAft>
                  <a:spcPts val="600"/>
                </a:spcAft>
              </a:pPr>
              <a:t>11/30/2025</a:t>
            </a:fld>
            <a:endParaRPr lang="en-US"/>
          </a:p>
        </p:txBody>
      </p:sp>
      <p:sp>
        <p:nvSpPr>
          <p:cNvPr id="6" name="Slide Number Placeholder 5">
            <a:extLst>
              <a:ext uri="{FF2B5EF4-FFF2-40B4-BE49-F238E27FC236}">
                <a16:creationId xmlns:a16="http://schemas.microsoft.com/office/drawing/2014/main" id="{A62247FC-CA39-2EE7-7A5E-7B6D3B81C0C6}"/>
              </a:ext>
            </a:extLst>
          </p:cNvPr>
          <p:cNvSpPr>
            <a:spLocks noGrp="1"/>
          </p:cNvSpPr>
          <p:nvPr>
            <p:ph type="sldNum" sz="quarter" idx="12"/>
          </p:nvPr>
        </p:nvSpPr>
        <p:spPr>
          <a:xfrm>
            <a:off x="11734800" y="6445997"/>
            <a:ext cx="457200" cy="365125"/>
          </a:xfrm>
        </p:spPr>
        <p:txBody>
          <a:bodyPr anchor="ctr">
            <a:normAutofit/>
          </a:bodyPr>
          <a:lstStyle/>
          <a:p>
            <a:pPr>
              <a:spcAft>
                <a:spcPts val="600"/>
              </a:spcAft>
            </a:pPr>
            <a:fld id="{DDF60B60-82CA-4BB9-BA6E-A62FADF2374B}" type="slidenum">
              <a:rPr lang="en-US" smtClean="0"/>
              <a:pPr>
                <a:spcAft>
                  <a:spcPts val="600"/>
                </a:spcAft>
              </a:pPr>
              <a:t>7</a:t>
            </a:fld>
            <a:endParaRPr lang="en-US"/>
          </a:p>
        </p:txBody>
      </p:sp>
    </p:spTree>
    <p:extLst>
      <p:ext uri="{BB962C8B-B14F-4D97-AF65-F5344CB8AC3E}">
        <p14:creationId xmlns:p14="http://schemas.microsoft.com/office/powerpoint/2010/main" val="235257442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29B876-5A8E-524A-1290-CAABCF486C92}"/>
              </a:ext>
            </a:extLst>
          </p:cNvPr>
          <p:cNvSpPr>
            <a:spLocks noGrp="1"/>
          </p:cNvSpPr>
          <p:nvPr>
            <p:ph type="title"/>
          </p:nvPr>
        </p:nvSpPr>
        <p:spPr>
          <a:xfrm>
            <a:off x="457199" y="377072"/>
            <a:ext cx="4958078" cy="1225485"/>
          </a:xfrm>
        </p:spPr>
        <p:txBody>
          <a:bodyPr anchor="t">
            <a:normAutofit/>
          </a:bodyPr>
          <a:lstStyle/>
          <a:p>
            <a:r>
              <a:rPr lang="en-US" sz="3000"/>
              <a:t>What Constitutes an Anomaly in Update Streams</a:t>
            </a:r>
          </a:p>
        </p:txBody>
      </p:sp>
      <p:pic>
        <p:nvPicPr>
          <p:cNvPr id="8" name="Content Placeholder 7" descr="Abstract data stream with highlighted irregular patterns and deviation visualization">
            <a:extLst>
              <a:ext uri="{FF2B5EF4-FFF2-40B4-BE49-F238E27FC236}">
                <a16:creationId xmlns:a16="http://schemas.microsoft.com/office/drawing/2014/main" id="{E27BEC08-1AE5-4279-A3C8-3B4767A4D227}"/>
              </a:ext>
            </a:extLst>
          </p:cNvPr>
          <p:cNvPicPr>
            <a:picLocks noGrp="1" noChangeAspect="1"/>
          </p:cNvPicPr>
          <p:nvPr>
            <p:ph type="pic" sz="quarter" idx="13"/>
          </p:nvPr>
        </p:nvPicPr>
        <p:blipFill>
          <a:blip r:embed="rId3"/>
          <a:srcRect r="15461"/>
          <a:stretch>
            <a:fillRect/>
          </a:stretch>
        </p:blipFill>
        <p:spPr>
          <a:xfrm>
            <a:off x="20" y="1842182"/>
            <a:ext cx="5758152" cy="4546457"/>
          </a:xfrm>
          <a:prstGeom prst="rect">
            <a:avLst/>
          </a:prstGeom>
          <a:noFill/>
        </p:spPr>
      </p:pic>
      <p:sp>
        <p:nvSpPr>
          <p:cNvPr id="4" name="Content Placeholder 3">
            <a:extLst>
              <a:ext uri="{FF2B5EF4-FFF2-40B4-BE49-F238E27FC236}">
                <a16:creationId xmlns:a16="http://schemas.microsoft.com/office/drawing/2014/main" id="{0FC4914A-8050-DC08-E65D-3770E34FB376}"/>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76142" y="377072"/>
            <a:ext cx="5558655" cy="5797484"/>
          </a:xfrm>
        </p:spPr>
        <p:txBody>
          <a:bodyPr>
            <a:normAutofit/>
          </a:bodyPr>
          <a:lstStyle/>
          <a:p>
            <a:pPr marL="0" indent="0">
              <a:spcBef>
                <a:spcPts val="2500"/>
              </a:spcBef>
              <a:buFont typeface="Arial" panose="020B0604020202020204" pitchFamily="34" charset="0"/>
              <a:buNone/>
            </a:pPr>
            <a:r>
              <a:rPr lang="en-US" sz="1400" b="1"/>
              <a:t>Definition of Anomalies</a:t>
            </a:r>
          </a:p>
          <a:p>
            <a:pPr marL="0" lvl="1" indent="0">
              <a:buFont typeface="Arial" panose="020B0604020202020204" pitchFamily="34" charset="0"/>
              <a:buNone/>
            </a:pPr>
            <a:r>
              <a:rPr lang="en-US" sz="1400"/>
              <a:t>Anomalies are data points that significantly deviate from normal update stream behaviors across contexts.</a:t>
            </a:r>
          </a:p>
          <a:p>
            <a:pPr marL="0" indent="0">
              <a:spcBef>
                <a:spcPts val="2500"/>
              </a:spcBef>
              <a:buFont typeface="Arial" panose="020B0604020202020204" pitchFamily="34" charset="0"/>
              <a:buNone/>
            </a:pPr>
            <a:r>
              <a:rPr lang="en-US" sz="1400" b="1"/>
              <a:t>Manifestations of Anomalies</a:t>
            </a:r>
          </a:p>
          <a:p>
            <a:pPr marL="0" lvl="1" indent="0">
              <a:buFont typeface="Arial" panose="020B0604020202020204" pitchFamily="34" charset="0"/>
              <a:buNone/>
            </a:pPr>
            <a:r>
              <a:rPr lang="en-US" sz="1400"/>
              <a:t>Anomalies may appear as unexpected delays, error spikes, version mismatches, or unusual usage patterns.</a:t>
            </a:r>
          </a:p>
          <a:p>
            <a:pPr marL="0" indent="0">
              <a:spcBef>
                <a:spcPts val="2500"/>
              </a:spcBef>
              <a:buFont typeface="Arial" panose="020B0604020202020204" pitchFamily="34" charset="0"/>
              <a:buNone/>
            </a:pPr>
            <a:r>
              <a:rPr lang="en-US" sz="1400" b="1"/>
              <a:t>Contextual Variations</a:t>
            </a:r>
          </a:p>
          <a:p>
            <a:pPr marL="0" lvl="1" indent="0">
              <a:buFont typeface="Arial" panose="020B0604020202020204" pitchFamily="34" charset="0"/>
              <a:buNone/>
            </a:pPr>
            <a:r>
              <a:rPr lang="en-US" sz="1400"/>
              <a:t>Anomaly definitions vary by context including statistical outliers, protocol violations, or behavioral inconsistencies.</a:t>
            </a:r>
          </a:p>
          <a:p>
            <a:pPr marL="0" indent="0">
              <a:spcBef>
                <a:spcPts val="2500"/>
              </a:spcBef>
              <a:buFont typeface="Arial" panose="020B0604020202020204" pitchFamily="34" charset="0"/>
              <a:buNone/>
            </a:pPr>
            <a:r>
              <a:rPr lang="en-US" sz="1400" b="1"/>
              <a:t>Distinguishing Noise from Anomalies</a:t>
            </a:r>
          </a:p>
          <a:p>
            <a:pPr marL="0" lvl="1" indent="0">
              <a:buFont typeface="Arial" panose="020B0604020202020204" pitchFamily="34" charset="0"/>
              <a:buNone/>
            </a:pPr>
            <a:r>
              <a:rPr lang="en-US" sz="1400"/>
              <a:t>It is essential to differentiate true anomalies from noise for effective detection and response.</a:t>
            </a:r>
          </a:p>
        </p:txBody>
      </p:sp>
      <p:sp>
        <p:nvSpPr>
          <p:cNvPr id="5" name="Footer Placeholder 4">
            <a:extLst>
              <a:ext uri="{FF2B5EF4-FFF2-40B4-BE49-F238E27FC236}">
                <a16:creationId xmlns:a16="http://schemas.microsoft.com/office/drawing/2014/main" id="{1395E464-1121-A2F6-A6E1-6E6BA782A795}"/>
              </a:ext>
            </a:extLst>
          </p:cNvPr>
          <p:cNvSpPr>
            <a:spLocks noGrp="1"/>
          </p:cNvSpPr>
          <p:nvPr>
            <p:ph type="ftr" sz="quarter" idx="11"/>
          </p:nvPr>
        </p:nvSpPr>
        <p:spPr>
          <a:xfrm>
            <a:off x="457200" y="6445997"/>
            <a:ext cx="3949302" cy="365125"/>
          </a:xfrm>
        </p:spPr>
        <p:txBody>
          <a:bodyPr anchor="ctr">
            <a:normAutofit/>
          </a:bodyPr>
          <a:lstStyle/>
          <a:p>
            <a:pPr>
              <a:spcAft>
                <a:spcPts val="600"/>
              </a:spcAft>
            </a:pPr>
            <a:r>
              <a:rPr lang="en-US"/>
              <a:t>Sample Footer Text</a:t>
            </a:r>
          </a:p>
        </p:txBody>
      </p:sp>
      <p:sp>
        <p:nvSpPr>
          <p:cNvPr id="6" name="Date Placeholder 5">
            <a:extLst>
              <a:ext uri="{FF2B5EF4-FFF2-40B4-BE49-F238E27FC236}">
                <a16:creationId xmlns:a16="http://schemas.microsoft.com/office/drawing/2014/main" id="{9B0C3B09-F257-0115-3965-F1CDF111997C}"/>
              </a:ext>
            </a:extLst>
          </p:cNvPr>
          <p:cNvSpPr>
            <a:spLocks noGrp="1"/>
          </p:cNvSpPr>
          <p:nvPr>
            <p:ph type="dt" sz="half" idx="10"/>
          </p:nvPr>
        </p:nvSpPr>
        <p:spPr>
          <a:xfrm>
            <a:off x="9737594" y="6445997"/>
            <a:ext cx="1842115" cy="365125"/>
          </a:xfrm>
        </p:spPr>
        <p:txBody>
          <a:bodyPr anchor="ctr">
            <a:normAutofit/>
          </a:bodyPr>
          <a:lstStyle/>
          <a:p>
            <a:pPr>
              <a:spcAft>
                <a:spcPts val="600"/>
              </a:spcAft>
            </a:pPr>
            <a:fld id="{B20F022F-161E-41B9-A1BC-CC85E43B1AF4}" type="datetime1">
              <a:rPr lang="en-US" smtClean="0"/>
              <a:pPr>
                <a:spcAft>
                  <a:spcPts val="600"/>
                </a:spcAft>
              </a:pPr>
              <a:t>11/30/2025</a:t>
            </a:fld>
            <a:endParaRPr lang="en-US"/>
          </a:p>
        </p:txBody>
      </p:sp>
      <p:sp>
        <p:nvSpPr>
          <p:cNvPr id="7" name="Slide Number Placeholder 6">
            <a:extLst>
              <a:ext uri="{FF2B5EF4-FFF2-40B4-BE49-F238E27FC236}">
                <a16:creationId xmlns:a16="http://schemas.microsoft.com/office/drawing/2014/main" id="{BCB149B7-38DB-C081-A63A-CBB1709BF037}"/>
              </a:ext>
            </a:extLst>
          </p:cNvPr>
          <p:cNvSpPr>
            <a:spLocks noGrp="1"/>
          </p:cNvSpPr>
          <p:nvPr>
            <p:ph type="sldNum" sz="quarter" idx="12"/>
          </p:nvPr>
        </p:nvSpPr>
        <p:spPr>
          <a:xfrm>
            <a:off x="11734800" y="6445997"/>
            <a:ext cx="457200" cy="365125"/>
          </a:xfrm>
        </p:spPr>
        <p:txBody>
          <a:bodyPr anchor="ctr">
            <a:normAutofit/>
          </a:bodyPr>
          <a:lstStyle/>
          <a:p>
            <a:pPr>
              <a:spcAft>
                <a:spcPts val="600"/>
              </a:spcAft>
            </a:pPr>
            <a:fld id="{DDF60B60-82CA-4BB9-BA6E-A62FADF2374B}" type="slidenum">
              <a:rPr lang="en-US" smtClean="0"/>
              <a:pPr>
                <a:spcAft>
                  <a:spcPts val="600"/>
                </a:spcAft>
              </a:pPr>
              <a:t>8</a:t>
            </a:fld>
            <a:endParaRPr lang="en-US"/>
          </a:p>
        </p:txBody>
      </p:sp>
    </p:spTree>
    <p:extLst>
      <p:ext uri="{BB962C8B-B14F-4D97-AF65-F5344CB8AC3E}">
        <p14:creationId xmlns:p14="http://schemas.microsoft.com/office/powerpoint/2010/main" val="29156783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3DCE74-A1A6-B12B-7F0C-0B29AA857DD4}"/>
              </a:ext>
            </a:extLst>
          </p:cNvPr>
          <p:cNvSpPr>
            <a:spLocks noGrp="1"/>
          </p:cNvSpPr>
          <p:nvPr>
            <p:ph type="title"/>
          </p:nvPr>
        </p:nvSpPr>
        <p:spPr>
          <a:xfrm>
            <a:off x="457199" y="377072"/>
            <a:ext cx="4958078" cy="1225485"/>
          </a:xfrm>
        </p:spPr>
        <p:txBody>
          <a:bodyPr anchor="t">
            <a:normAutofit/>
          </a:bodyPr>
          <a:lstStyle/>
          <a:p>
            <a:r>
              <a:rPr lang="en-US"/>
              <a:t>Examples of Real-World Irregularities</a:t>
            </a:r>
          </a:p>
        </p:txBody>
      </p:sp>
      <p:pic>
        <p:nvPicPr>
          <p:cNvPr id="8" name="Content Placeholder 7" descr="digital network anomalies showing error spikes, geographic data irregularities and system performance deviations">
            <a:extLst>
              <a:ext uri="{FF2B5EF4-FFF2-40B4-BE49-F238E27FC236}">
                <a16:creationId xmlns:a16="http://schemas.microsoft.com/office/drawing/2014/main" id="{D38F60BA-7F71-4686-9FCF-8B9E2E516C77}"/>
              </a:ext>
            </a:extLst>
          </p:cNvPr>
          <p:cNvPicPr>
            <a:picLocks noGrp="1" noChangeAspect="1"/>
          </p:cNvPicPr>
          <p:nvPr>
            <p:ph type="pic" sz="quarter" idx="13"/>
          </p:nvPr>
        </p:nvPicPr>
        <p:blipFill>
          <a:blip r:embed="rId3"/>
          <a:srcRect r="15461"/>
          <a:stretch>
            <a:fillRect/>
          </a:stretch>
        </p:blipFill>
        <p:spPr>
          <a:xfrm>
            <a:off x="20" y="1842182"/>
            <a:ext cx="5758152" cy="4546457"/>
          </a:xfrm>
          <a:prstGeom prst="rect">
            <a:avLst/>
          </a:prstGeom>
          <a:noFill/>
        </p:spPr>
      </p:pic>
      <p:sp>
        <p:nvSpPr>
          <p:cNvPr id="4" name="Content Placeholder 3">
            <a:extLst>
              <a:ext uri="{FF2B5EF4-FFF2-40B4-BE49-F238E27FC236}">
                <a16:creationId xmlns:a16="http://schemas.microsoft.com/office/drawing/2014/main" id="{2D057FB2-1DD6-D5B7-EABA-784EF324495C}"/>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76142" y="377072"/>
            <a:ext cx="5558655" cy="5797484"/>
          </a:xfrm>
        </p:spPr>
        <p:txBody>
          <a:bodyPr>
            <a:normAutofit/>
          </a:bodyPr>
          <a:lstStyle/>
          <a:p>
            <a:pPr marL="0" indent="0">
              <a:spcBef>
                <a:spcPts val="2500"/>
              </a:spcBef>
              <a:buFont typeface="Arial" panose="020B0604020202020204" pitchFamily="34" charset="0"/>
              <a:buNone/>
            </a:pPr>
            <a:r>
              <a:rPr lang="en-US" sz="1400" b="1"/>
              <a:t>Failed Installation Spikes</a:t>
            </a:r>
          </a:p>
          <a:p>
            <a:pPr marL="0" lvl="1" indent="0">
              <a:buFont typeface="Arial" panose="020B0604020202020204" pitchFamily="34" charset="0"/>
              <a:buNone/>
            </a:pPr>
            <a:r>
              <a:rPr lang="en-US" sz="1400"/>
              <a:t>Sudden increases in failed installations may indicate corrupted update packages disrupting normal process flows.</a:t>
            </a:r>
          </a:p>
          <a:p>
            <a:pPr marL="0" indent="0">
              <a:spcBef>
                <a:spcPts val="2500"/>
              </a:spcBef>
              <a:buFont typeface="Arial" panose="020B0604020202020204" pitchFamily="34" charset="0"/>
              <a:buNone/>
            </a:pPr>
            <a:r>
              <a:rPr lang="en-US" sz="1400" b="1"/>
              <a:t>Version Rollback Events</a:t>
            </a:r>
          </a:p>
          <a:p>
            <a:pPr marL="0" lvl="1" indent="0">
              <a:buFont typeface="Arial" panose="020B0604020202020204" pitchFamily="34" charset="0"/>
              <a:buNone/>
            </a:pPr>
            <a:r>
              <a:rPr lang="en-US" sz="1400"/>
              <a:t>Occurrences of version rollbacks often signify conflicts during updates, impacting system stability.</a:t>
            </a:r>
          </a:p>
          <a:p>
            <a:pPr marL="0" indent="0">
              <a:spcBef>
                <a:spcPts val="2500"/>
              </a:spcBef>
              <a:buFont typeface="Arial" panose="020B0604020202020204" pitchFamily="34" charset="0"/>
              <a:buNone/>
            </a:pPr>
            <a:r>
              <a:rPr lang="en-US" sz="1400" b="1"/>
              <a:t>Geographical Failure Patterns</a:t>
            </a:r>
          </a:p>
          <a:p>
            <a:pPr marL="0" lvl="1" indent="0">
              <a:buFont typeface="Arial" panose="020B0604020202020204" pitchFamily="34" charset="0"/>
              <a:buNone/>
            </a:pPr>
            <a:r>
              <a:rPr lang="en-US" sz="1400"/>
              <a:t>Unusual regional patterns of update failures may reflect network issues or targeted cyber attacks.</a:t>
            </a:r>
          </a:p>
          <a:p>
            <a:pPr marL="0" indent="0">
              <a:spcBef>
                <a:spcPts val="2500"/>
              </a:spcBef>
              <a:buFont typeface="Arial" panose="020B0604020202020204" pitchFamily="34" charset="0"/>
              <a:buNone/>
            </a:pPr>
            <a:r>
              <a:rPr lang="en-US" sz="1400" b="1"/>
              <a:t>Performance Deviations</a:t>
            </a:r>
          </a:p>
          <a:p>
            <a:pPr marL="0" lvl="1" indent="0">
              <a:buFont typeface="Arial" panose="020B0604020202020204" pitchFamily="34" charset="0"/>
              <a:buNone/>
            </a:pPr>
            <a:r>
              <a:rPr lang="en-US" sz="1400"/>
              <a:t>Persistent changes in update durations or resource use can indicate regressions or malware interference.</a:t>
            </a:r>
          </a:p>
        </p:txBody>
      </p:sp>
      <p:sp>
        <p:nvSpPr>
          <p:cNvPr id="5" name="Footer Placeholder 4">
            <a:extLst>
              <a:ext uri="{FF2B5EF4-FFF2-40B4-BE49-F238E27FC236}">
                <a16:creationId xmlns:a16="http://schemas.microsoft.com/office/drawing/2014/main" id="{9D6785BC-388E-AB39-9F6A-66587440EC08}"/>
              </a:ext>
            </a:extLst>
          </p:cNvPr>
          <p:cNvSpPr>
            <a:spLocks noGrp="1"/>
          </p:cNvSpPr>
          <p:nvPr>
            <p:ph type="ftr" sz="quarter" idx="11"/>
          </p:nvPr>
        </p:nvSpPr>
        <p:spPr>
          <a:xfrm>
            <a:off x="457200" y="6445997"/>
            <a:ext cx="3949302" cy="365125"/>
          </a:xfrm>
        </p:spPr>
        <p:txBody>
          <a:bodyPr anchor="ctr">
            <a:normAutofit/>
          </a:bodyPr>
          <a:lstStyle/>
          <a:p>
            <a:pPr>
              <a:spcAft>
                <a:spcPts val="600"/>
              </a:spcAft>
            </a:pPr>
            <a:r>
              <a:rPr lang="en-US"/>
              <a:t>Sample Footer Text</a:t>
            </a:r>
          </a:p>
        </p:txBody>
      </p:sp>
      <p:sp>
        <p:nvSpPr>
          <p:cNvPr id="6" name="Date Placeholder 5">
            <a:extLst>
              <a:ext uri="{FF2B5EF4-FFF2-40B4-BE49-F238E27FC236}">
                <a16:creationId xmlns:a16="http://schemas.microsoft.com/office/drawing/2014/main" id="{A380063B-A330-068D-979F-315C642A8F85}"/>
              </a:ext>
            </a:extLst>
          </p:cNvPr>
          <p:cNvSpPr>
            <a:spLocks noGrp="1"/>
          </p:cNvSpPr>
          <p:nvPr>
            <p:ph type="dt" sz="half" idx="10"/>
          </p:nvPr>
        </p:nvSpPr>
        <p:spPr>
          <a:xfrm>
            <a:off x="9737594" y="6445997"/>
            <a:ext cx="1842115" cy="365125"/>
          </a:xfrm>
        </p:spPr>
        <p:txBody>
          <a:bodyPr anchor="ctr">
            <a:normAutofit/>
          </a:bodyPr>
          <a:lstStyle/>
          <a:p>
            <a:pPr>
              <a:spcAft>
                <a:spcPts val="600"/>
              </a:spcAft>
            </a:pPr>
            <a:fld id="{B20F022F-161E-41B9-A1BC-CC85E43B1AF4}" type="datetime1">
              <a:rPr lang="en-US" smtClean="0"/>
              <a:pPr>
                <a:spcAft>
                  <a:spcPts val="600"/>
                </a:spcAft>
              </a:pPr>
              <a:t>11/30/2025</a:t>
            </a:fld>
            <a:endParaRPr lang="en-US"/>
          </a:p>
        </p:txBody>
      </p:sp>
      <p:sp>
        <p:nvSpPr>
          <p:cNvPr id="7" name="Slide Number Placeholder 6">
            <a:extLst>
              <a:ext uri="{FF2B5EF4-FFF2-40B4-BE49-F238E27FC236}">
                <a16:creationId xmlns:a16="http://schemas.microsoft.com/office/drawing/2014/main" id="{E223F464-48A8-FA93-0342-009156218D77}"/>
              </a:ext>
            </a:extLst>
          </p:cNvPr>
          <p:cNvSpPr>
            <a:spLocks noGrp="1"/>
          </p:cNvSpPr>
          <p:nvPr>
            <p:ph type="sldNum" sz="quarter" idx="12"/>
          </p:nvPr>
        </p:nvSpPr>
        <p:spPr>
          <a:xfrm>
            <a:off x="11734800" y="6445997"/>
            <a:ext cx="457200" cy="365125"/>
          </a:xfrm>
        </p:spPr>
        <p:txBody>
          <a:bodyPr anchor="ctr">
            <a:normAutofit/>
          </a:bodyPr>
          <a:lstStyle/>
          <a:p>
            <a:pPr>
              <a:spcAft>
                <a:spcPts val="600"/>
              </a:spcAft>
            </a:pPr>
            <a:fld id="{DDF60B60-82CA-4BB9-BA6E-A62FADF2374B}" type="slidenum">
              <a:rPr lang="en-US" smtClean="0"/>
              <a:pPr>
                <a:spcAft>
                  <a:spcPts val="600"/>
                </a:spcAft>
              </a:pPr>
              <a:t>9</a:t>
            </a:fld>
            <a:endParaRPr lang="en-US"/>
          </a:p>
        </p:txBody>
      </p:sp>
    </p:spTree>
    <p:extLst>
      <p:ext uri="{BB962C8B-B14F-4D97-AF65-F5344CB8AC3E}">
        <p14:creationId xmlns:p14="http://schemas.microsoft.com/office/powerpoint/2010/main" val="256708967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85B287-4E07-07C0-6FC1-6D3E7F5F32F8}"/>
              </a:ext>
            </a:extLst>
          </p:cNvPr>
          <p:cNvSpPr>
            <a:spLocks noGrp="1"/>
          </p:cNvSpPr>
          <p:nvPr>
            <p:ph type="title"/>
          </p:nvPr>
        </p:nvSpPr>
        <p:spPr>
          <a:xfrm>
            <a:off x="457199" y="377072"/>
            <a:ext cx="4958078" cy="1225485"/>
          </a:xfrm>
        </p:spPr>
        <p:txBody>
          <a:bodyPr anchor="t">
            <a:normAutofit/>
          </a:bodyPr>
          <a:lstStyle/>
          <a:p>
            <a:r>
              <a:rPr lang="en-US"/>
              <a:t>Potential Consequences of Undetected Anomalies</a:t>
            </a:r>
          </a:p>
        </p:txBody>
      </p:sp>
      <p:pic>
        <p:nvPicPr>
          <p:cNvPr id="8" name="Content Placeholder 7" descr="Illustration of cascading system failures, security breaches, and downtime impacts in technology systems">
            <a:extLst>
              <a:ext uri="{FF2B5EF4-FFF2-40B4-BE49-F238E27FC236}">
                <a16:creationId xmlns:a16="http://schemas.microsoft.com/office/drawing/2014/main" id="{F333E689-7747-42D6-AA89-6FD5A0C00B2E}"/>
              </a:ext>
            </a:extLst>
          </p:cNvPr>
          <p:cNvPicPr>
            <a:picLocks noGrp="1" noChangeAspect="1"/>
          </p:cNvPicPr>
          <p:nvPr>
            <p:ph type="pic" sz="quarter" idx="13"/>
          </p:nvPr>
        </p:nvPicPr>
        <p:blipFill>
          <a:blip r:embed="rId3"/>
          <a:srcRect r="15461"/>
          <a:stretch>
            <a:fillRect/>
          </a:stretch>
        </p:blipFill>
        <p:spPr>
          <a:xfrm>
            <a:off x="20" y="1842182"/>
            <a:ext cx="5758152" cy="4546457"/>
          </a:xfrm>
          <a:prstGeom prst="rect">
            <a:avLst/>
          </a:prstGeom>
          <a:noFill/>
        </p:spPr>
      </p:pic>
      <p:sp>
        <p:nvSpPr>
          <p:cNvPr id="4" name="Content Placeholder 3">
            <a:extLst>
              <a:ext uri="{FF2B5EF4-FFF2-40B4-BE49-F238E27FC236}">
                <a16:creationId xmlns:a16="http://schemas.microsoft.com/office/drawing/2014/main" id="{7FAD0190-B567-1B5A-7183-385379E980C0}"/>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76142" y="377072"/>
            <a:ext cx="5558655" cy="5797484"/>
          </a:xfrm>
        </p:spPr>
        <p:txBody>
          <a:bodyPr>
            <a:normAutofit/>
          </a:bodyPr>
          <a:lstStyle/>
          <a:p>
            <a:pPr marL="0" indent="0">
              <a:spcBef>
                <a:spcPts val="2500"/>
              </a:spcBef>
              <a:buFont typeface="Arial" panose="020B0604020202020204" pitchFamily="34" charset="0"/>
              <a:buNone/>
            </a:pPr>
            <a:r>
              <a:rPr lang="en-US" sz="1400" b="1"/>
              <a:t>System Instability Risks</a:t>
            </a:r>
          </a:p>
          <a:p>
            <a:pPr marL="0" lvl="1" indent="0">
              <a:buFont typeface="Arial" panose="020B0604020202020204" pitchFamily="34" charset="0"/>
              <a:buNone/>
            </a:pPr>
            <a:r>
              <a:rPr lang="en-US" sz="1400"/>
              <a:t>Undetected anomalies can cause faulty software deployments that destabilize systems and degrade performance.</a:t>
            </a:r>
          </a:p>
          <a:p>
            <a:pPr marL="0" indent="0">
              <a:spcBef>
                <a:spcPts val="2500"/>
              </a:spcBef>
              <a:buFont typeface="Arial" panose="020B0604020202020204" pitchFamily="34" charset="0"/>
              <a:buNone/>
            </a:pPr>
            <a:r>
              <a:rPr lang="en-US" sz="1400" b="1"/>
              <a:t>Security Vulnerabilities</a:t>
            </a:r>
          </a:p>
          <a:p>
            <a:pPr marL="0" lvl="1" indent="0">
              <a:buFont typeface="Arial" panose="020B0604020202020204" pitchFamily="34" charset="0"/>
              <a:buNone/>
            </a:pPr>
            <a:r>
              <a:rPr lang="en-US" sz="1400"/>
              <a:t>Anomalies left unnoticed create security gaps, increasing the risk of breaches and data loss.</a:t>
            </a:r>
          </a:p>
          <a:p>
            <a:pPr marL="0" indent="0">
              <a:spcBef>
                <a:spcPts val="2500"/>
              </a:spcBef>
              <a:buFont typeface="Arial" panose="020B0604020202020204" pitchFamily="34" charset="0"/>
              <a:buNone/>
            </a:pPr>
            <a:r>
              <a:rPr lang="en-US" sz="1400" b="1"/>
              <a:t>Cascading Failures</a:t>
            </a:r>
          </a:p>
          <a:p>
            <a:pPr marL="0" lvl="1" indent="0">
              <a:buFont typeface="Arial" panose="020B0604020202020204" pitchFamily="34" charset="0"/>
              <a:buNone/>
            </a:pPr>
            <a:r>
              <a:rPr lang="en-US" sz="1400"/>
              <a:t>Irregularities can propagate through connected systems, leading to widespread failures across networks.</a:t>
            </a:r>
          </a:p>
          <a:p>
            <a:pPr marL="0" indent="0">
              <a:spcBef>
                <a:spcPts val="2500"/>
              </a:spcBef>
              <a:buFont typeface="Arial" panose="020B0604020202020204" pitchFamily="34" charset="0"/>
              <a:buNone/>
            </a:pPr>
            <a:r>
              <a:rPr lang="en-US" sz="1400" b="1"/>
              <a:t>Extended Downtime and Damage</a:t>
            </a:r>
          </a:p>
          <a:p>
            <a:pPr marL="0" lvl="1" indent="0">
              <a:buFont typeface="Arial" panose="020B0604020202020204" pitchFamily="34" charset="0"/>
              <a:buNone/>
            </a:pPr>
            <a:r>
              <a:rPr lang="en-US" sz="1400"/>
              <a:t>Delayed anomaly detection hampers incident response, prolonging downtime and damaging reputation.</a:t>
            </a:r>
          </a:p>
        </p:txBody>
      </p:sp>
      <p:sp>
        <p:nvSpPr>
          <p:cNvPr id="5" name="Footer Placeholder 4">
            <a:extLst>
              <a:ext uri="{FF2B5EF4-FFF2-40B4-BE49-F238E27FC236}">
                <a16:creationId xmlns:a16="http://schemas.microsoft.com/office/drawing/2014/main" id="{D236C984-CA88-183D-47C1-EAD3CBAF8C63}"/>
              </a:ext>
            </a:extLst>
          </p:cNvPr>
          <p:cNvSpPr>
            <a:spLocks noGrp="1"/>
          </p:cNvSpPr>
          <p:nvPr>
            <p:ph type="ftr" sz="quarter" idx="11"/>
          </p:nvPr>
        </p:nvSpPr>
        <p:spPr>
          <a:xfrm>
            <a:off x="457200" y="6445997"/>
            <a:ext cx="3949302" cy="365125"/>
          </a:xfrm>
        </p:spPr>
        <p:txBody>
          <a:bodyPr anchor="ctr">
            <a:normAutofit/>
          </a:bodyPr>
          <a:lstStyle/>
          <a:p>
            <a:pPr>
              <a:spcAft>
                <a:spcPts val="600"/>
              </a:spcAft>
            </a:pPr>
            <a:r>
              <a:rPr lang="en-US"/>
              <a:t>Sample Footer Text</a:t>
            </a:r>
          </a:p>
        </p:txBody>
      </p:sp>
      <p:sp>
        <p:nvSpPr>
          <p:cNvPr id="6" name="Date Placeholder 5">
            <a:extLst>
              <a:ext uri="{FF2B5EF4-FFF2-40B4-BE49-F238E27FC236}">
                <a16:creationId xmlns:a16="http://schemas.microsoft.com/office/drawing/2014/main" id="{B7E130A5-0C0F-448A-FE94-76FDFD654E2C}"/>
              </a:ext>
            </a:extLst>
          </p:cNvPr>
          <p:cNvSpPr>
            <a:spLocks noGrp="1"/>
          </p:cNvSpPr>
          <p:nvPr>
            <p:ph type="dt" sz="half" idx="10"/>
          </p:nvPr>
        </p:nvSpPr>
        <p:spPr>
          <a:xfrm>
            <a:off x="9737594" y="6445997"/>
            <a:ext cx="1842115" cy="365125"/>
          </a:xfrm>
        </p:spPr>
        <p:txBody>
          <a:bodyPr anchor="ctr">
            <a:normAutofit/>
          </a:bodyPr>
          <a:lstStyle/>
          <a:p>
            <a:pPr>
              <a:spcAft>
                <a:spcPts val="600"/>
              </a:spcAft>
            </a:pPr>
            <a:fld id="{B20F022F-161E-41B9-A1BC-CC85E43B1AF4}" type="datetime1">
              <a:rPr lang="en-US" smtClean="0"/>
              <a:pPr>
                <a:spcAft>
                  <a:spcPts val="600"/>
                </a:spcAft>
              </a:pPr>
              <a:t>11/30/2025</a:t>
            </a:fld>
            <a:endParaRPr lang="en-US"/>
          </a:p>
        </p:txBody>
      </p:sp>
      <p:sp>
        <p:nvSpPr>
          <p:cNvPr id="7" name="Slide Number Placeholder 6">
            <a:extLst>
              <a:ext uri="{FF2B5EF4-FFF2-40B4-BE49-F238E27FC236}">
                <a16:creationId xmlns:a16="http://schemas.microsoft.com/office/drawing/2014/main" id="{08743818-C094-B1A6-1F2D-833209E6A0BF}"/>
              </a:ext>
            </a:extLst>
          </p:cNvPr>
          <p:cNvSpPr>
            <a:spLocks noGrp="1"/>
          </p:cNvSpPr>
          <p:nvPr>
            <p:ph type="sldNum" sz="quarter" idx="12"/>
          </p:nvPr>
        </p:nvSpPr>
        <p:spPr>
          <a:xfrm>
            <a:off x="11734800" y="6445997"/>
            <a:ext cx="457200" cy="365125"/>
          </a:xfrm>
        </p:spPr>
        <p:txBody>
          <a:bodyPr anchor="ctr">
            <a:normAutofit/>
          </a:bodyPr>
          <a:lstStyle/>
          <a:p>
            <a:pPr>
              <a:spcAft>
                <a:spcPts val="600"/>
              </a:spcAft>
            </a:pPr>
            <a:fld id="{DDF60B60-82CA-4BB9-BA6E-A62FADF2374B}" type="slidenum">
              <a:rPr lang="en-US" smtClean="0"/>
              <a:pPr>
                <a:spcAft>
                  <a:spcPts val="600"/>
                </a:spcAft>
              </a:pPr>
              <a:t>10</a:t>
            </a:fld>
            <a:endParaRPr lang="en-US"/>
          </a:p>
        </p:txBody>
      </p:sp>
    </p:spTree>
    <p:extLst>
      <p:ext uri="{BB962C8B-B14F-4D97-AF65-F5344CB8AC3E}">
        <p14:creationId xmlns:p14="http://schemas.microsoft.com/office/powerpoint/2010/main" val="427720727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056DAB-7025-27B5-9E4A-FDE19496969A}"/>
              </a:ext>
            </a:extLst>
          </p:cNvPr>
          <p:cNvSpPr>
            <a:spLocks noGrp="1"/>
          </p:cNvSpPr>
          <p:nvPr>
            <p:ph type="title"/>
          </p:nvPr>
        </p:nvSpPr>
        <p:spPr>
          <a:xfrm>
            <a:off x="457200" y="2968607"/>
            <a:ext cx="8932653" cy="3450568"/>
          </a:xfrm>
        </p:spPr>
        <p:txBody>
          <a:bodyPr anchor="b">
            <a:normAutofit/>
          </a:bodyPr>
          <a:lstStyle/>
          <a:p>
            <a:r>
              <a:rPr lang="en-US"/>
              <a:t>Machine Learning Techniques for Anomaly Detection</a:t>
            </a:r>
          </a:p>
        </p:txBody>
      </p:sp>
      <p:sp>
        <p:nvSpPr>
          <p:cNvPr id="4" name="Footer Placeholder 3">
            <a:extLst>
              <a:ext uri="{FF2B5EF4-FFF2-40B4-BE49-F238E27FC236}">
                <a16:creationId xmlns:a16="http://schemas.microsoft.com/office/drawing/2014/main" id="{FDD0A3E9-C3BA-E0B6-4629-54BC976D6CA8}"/>
              </a:ext>
            </a:extLst>
          </p:cNvPr>
          <p:cNvSpPr>
            <a:spLocks noGrp="1"/>
          </p:cNvSpPr>
          <p:nvPr>
            <p:ph type="ftr" sz="quarter" idx="11"/>
          </p:nvPr>
        </p:nvSpPr>
        <p:spPr>
          <a:xfrm>
            <a:off x="457200" y="6445997"/>
            <a:ext cx="3751081" cy="365125"/>
          </a:xfrm>
        </p:spPr>
        <p:txBody>
          <a:bodyPr anchor="ctr">
            <a:normAutofit/>
          </a:bodyPr>
          <a:lstStyle/>
          <a:p>
            <a:pPr>
              <a:spcAft>
                <a:spcPts val="600"/>
              </a:spcAft>
            </a:pPr>
            <a:r>
              <a:rPr lang="en-US"/>
              <a:t>Sample Footer Text</a:t>
            </a:r>
          </a:p>
        </p:txBody>
      </p:sp>
      <p:sp>
        <p:nvSpPr>
          <p:cNvPr id="5" name="Date Placeholder 4">
            <a:extLst>
              <a:ext uri="{FF2B5EF4-FFF2-40B4-BE49-F238E27FC236}">
                <a16:creationId xmlns:a16="http://schemas.microsoft.com/office/drawing/2014/main" id="{8C863BE7-1A96-6285-347F-460C2C8160B2}"/>
              </a:ext>
            </a:extLst>
          </p:cNvPr>
          <p:cNvSpPr>
            <a:spLocks noGrp="1"/>
          </p:cNvSpPr>
          <p:nvPr>
            <p:ph type="dt" sz="half" idx="10"/>
          </p:nvPr>
        </p:nvSpPr>
        <p:spPr>
          <a:xfrm>
            <a:off x="9737594" y="6445997"/>
            <a:ext cx="1842115" cy="365125"/>
          </a:xfrm>
        </p:spPr>
        <p:txBody>
          <a:bodyPr anchor="ctr">
            <a:normAutofit/>
          </a:bodyPr>
          <a:lstStyle/>
          <a:p>
            <a:pPr>
              <a:spcAft>
                <a:spcPts val="600"/>
              </a:spcAft>
            </a:pPr>
            <a:fld id="{8A278C13-F8B8-4237-9811-6A882F130BDA}" type="datetime1">
              <a:rPr lang="en-US" smtClean="0"/>
              <a:pPr>
                <a:spcAft>
                  <a:spcPts val="600"/>
                </a:spcAft>
              </a:pPr>
              <a:t>11/30/2025</a:t>
            </a:fld>
            <a:endParaRPr lang="en-US"/>
          </a:p>
        </p:txBody>
      </p:sp>
      <p:sp>
        <p:nvSpPr>
          <p:cNvPr id="6" name="Slide Number Placeholder 5">
            <a:extLst>
              <a:ext uri="{FF2B5EF4-FFF2-40B4-BE49-F238E27FC236}">
                <a16:creationId xmlns:a16="http://schemas.microsoft.com/office/drawing/2014/main" id="{E924AA5F-BCAA-74A0-3432-E19943387F81}"/>
              </a:ext>
            </a:extLst>
          </p:cNvPr>
          <p:cNvSpPr>
            <a:spLocks noGrp="1"/>
          </p:cNvSpPr>
          <p:nvPr>
            <p:ph type="sldNum" sz="quarter" idx="12"/>
          </p:nvPr>
        </p:nvSpPr>
        <p:spPr>
          <a:xfrm>
            <a:off x="11734800" y="6445997"/>
            <a:ext cx="457200" cy="365125"/>
          </a:xfrm>
        </p:spPr>
        <p:txBody>
          <a:bodyPr anchor="ctr">
            <a:normAutofit/>
          </a:bodyPr>
          <a:lstStyle/>
          <a:p>
            <a:pPr>
              <a:spcAft>
                <a:spcPts val="600"/>
              </a:spcAft>
            </a:pPr>
            <a:fld id="{DDF60B60-82CA-4BB9-BA6E-A62FADF2374B}" type="slidenum">
              <a:rPr lang="en-US" smtClean="0"/>
              <a:pPr>
                <a:spcAft>
                  <a:spcPts val="600"/>
                </a:spcAft>
              </a:pPr>
              <a:t>11</a:t>
            </a:fld>
            <a:endParaRPr lang="en-US"/>
          </a:p>
        </p:txBody>
      </p:sp>
    </p:spTree>
    <p:extLst>
      <p:ext uri="{BB962C8B-B14F-4D97-AF65-F5344CB8AC3E}">
        <p14:creationId xmlns:p14="http://schemas.microsoft.com/office/powerpoint/2010/main" val="108162670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F8A051-928A-E40A-BA14-5028412FE97D}"/>
              </a:ext>
            </a:extLst>
          </p:cNvPr>
          <p:cNvSpPr>
            <a:spLocks noGrp="1"/>
          </p:cNvSpPr>
          <p:nvPr>
            <p:ph type="title"/>
          </p:nvPr>
        </p:nvSpPr>
        <p:spPr>
          <a:xfrm>
            <a:off x="8664673" y="586591"/>
            <a:ext cx="2915036" cy="1600279"/>
          </a:xfrm>
        </p:spPr>
        <p:txBody>
          <a:bodyPr anchor="b">
            <a:normAutofit/>
          </a:bodyPr>
          <a:lstStyle/>
          <a:p>
            <a:r>
              <a:rPr lang="en-US" sz="2700"/>
              <a:t>Overview of Supervised Vs. Unsupervised Approaches</a:t>
            </a:r>
          </a:p>
        </p:txBody>
      </p:sp>
      <p:pic>
        <p:nvPicPr>
          <p:cNvPr id="8" name="Content Placeholder 7" descr="Illustration of supervised, unsupervised, and semi-supervised machine learning with data flow and classification">
            <a:extLst>
              <a:ext uri="{FF2B5EF4-FFF2-40B4-BE49-F238E27FC236}">
                <a16:creationId xmlns:a16="http://schemas.microsoft.com/office/drawing/2014/main" id="{BEA7CC21-AA67-423F-B5AB-88724E80C427}"/>
              </a:ext>
            </a:extLst>
          </p:cNvPr>
          <p:cNvPicPr>
            <a:picLocks noGrp="1" noChangeAspect="1"/>
          </p:cNvPicPr>
          <p:nvPr>
            <p:ph type="pic" sz="quarter" idx="13"/>
          </p:nvPr>
        </p:nvPicPr>
        <p:blipFill>
          <a:blip r:embed="rId3"/>
          <a:stretch/>
        </p:blipFill>
        <p:spPr>
          <a:xfrm>
            <a:off x="0" y="465893"/>
            <a:ext cx="8186508" cy="5464494"/>
          </a:xfrm>
          <a:prstGeom prst="rect">
            <a:avLst/>
          </a:prstGeom>
          <a:noFill/>
        </p:spPr>
      </p:pic>
      <p:sp>
        <p:nvSpPr>
          <p:cNvPr id="4" name="Content Placeholder 3">
            <a:extLst>
              <a:ext uri="{FF2B5EF4-FFF2-40B4-BE49-F238E27FC236}">
                <a16:creationId xmlns:a16="http://schemas.microsoft.com/office/drawing/2014/main" id="{CB0B4A33-8141-B518-CB61-606B02E85408}"/>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8664673" y="2714536"/>
            <a:ext cx="2915038" cy="3227167"/>
          </a:xfrm>
        </p:spPr>
        <p:txBody>
          <a:bodyPr>
            <a:normAutofit/>
          </a:bodyPr>
          <a:lstStyle/>
          <a:p>
            <a:pPr marL="0" indent="0">
              <a:lnSpc>
                <a:spcPct val="110000"/>
              </a:lnSpc>
              <a:spcBef>
                <a:spcPts val="2500"/>
              </a:spcBef>
              <a:buFont typeface="Arial" panose="020B0604020202020204" pitchFamily="34" charset="0"/>
              <a:buNone/>
            </a:pPr>
            <a:r>
              <a:rPr lang="en-US" sz="1100" b="1"/>
              <a:t>Supervised Learning</a:t>
            </a:r>
          </a:p>
          <a:p>
            <a:pPr marL="0" lvl="1" indent="0">
              <a:lnSpc>
                <a:spcPct val="110000"/>
              </a:lnSpc>
              <a:buFont typeface="Arial" panose="020B0604020202020204" pitchFamily="34" charset="0"/>
              <a:buNone/>
            </a:pPr>
            <a:r>
              <a:rPr lang="en-US" sz="1100"/>
              <a:t>Uses labeled datasets to classify normal and anomalous states, requiring extensive and costly labeled data.</a:t>
            </a:r>
          </a:p>
          <a:p>
            <a:pPr marL="0" indent="0">
              <a:lnSpc>
                <a:spcPct val="110000"/>
              </a:lnSpc>
              <a:spcBef>
                <a:spcPts val="2500"/>
              </a:spcBef>
              <a:buFont typeface="Arial" panose="020B0604020202020204" pitchFamily="34" charset="0"/>
              <a:buNone/>
            </a:pPr>
            <a:r>
              <a:rPr lang="en-US" sz="1100" b="1"/>
              <a:t>Unsupervised Learning</a:t>
            </a:r>
          </a:p>
          <a:p>
            <a:pPr marL="0" lvl="1" indent="0">
              <a:lnSpc>
                <a:spcPct val="110000"/>
              </a:lnSpc>
              <a:buFont typeface="Arial" panose="020B0604020202020204" pitchFamily="34" charset="0"/>
              <a:buNone/>
            </a:pPr>
            <a:r>
              <a:rPr lang="en-US" sz="1100"/>
              <a:t>Operates without labels by modeling normal behavior to detect anomalies, useful for novel anomaly discovery.</a:t>
            </a:r>
          </a:p>
          <a:p>
            <a:pPr marL="0" indent="0">
              <a:lnSpc>
                <a:spcPct val="110000"/>
              </a:lnSpc>
              <a:spcBef>
                <a:spcPts val="2500"/>
              </a:spcBef>
              <a:buFont typeface="Arial" panose="020B0604020202020204" pitchFamily="34" charset="0"/>
              <a:buNone/>
            </a:pPr>
            <a:r>
              <a:rPr lang="en-US" sz="1100" b="1"/>
              <a:t>Semi-Supervised Learning</a:t>
            </a:r>
          </a:p>
          <a:p>
            <a:pPr marL="0" lvl="1" indent="0">
              <a:lnSpc>
                <a:spcPct val="110000"/>
              </a:lnSpc>
              <a:buFont typeface="Arial" panose="020B0604020202020204" pitchFamily="34" charset="0"/>
              <a:buNone/>
            </a:pPr>
            <a:r>
              <a:rPr lang="en-US" sz="1100"/>
              <a:t>Combines limited labeled data with abundant unlabeled data to improve detection accuracy.</a:t>
            </a:r>
          </a:p>
        </p:txBody>
      </p:sp>
      <p:sp>
        <p:nvSpPr>
          <p:cNvPr id="5" name="Footer Placeholder 4">
            <a:extLst>
              <a:ext uri="{FF2B5EF4-FFF2-40B4-BE49-F238E27FC236}">
                <a16:creationId xmlns:a16="http://schemas.microsoft.com/office/drawing/2014/main" id="{A7FDE77E-F1B6-9A97-B7B8-6371F73AB1C2}"/>
              </a:ext>
            </a:extLst>
          </p:cNvPr>
          <p:cNvSpPr>
            <a:spLocks noGrp="1"/>
          </p:cNvSpPr>
          <p:nvPr>
            <p:ph type="ftr" sz="quarter" idx="11"/>
          </p:nvPr>
        </p:nvSpPr>
        <p:spPr>
          <a:xfrm>
            <a:off x="457200" y="6445997"/>
            <a:ext cx="3949302" cy="365125"/>
          </a:xfrm>
        </p:spPr>
        <p:txBody>
          <a:bodyPr anchor="ctr">
            <a:normAutofit/>
          </a:bodyPr>
          <a:lstStyle/>
          <a:p>
            <a:pPr>
              <a:spcAft>
                <a:spcPts val="600"/>
              </a:spcAft>
            </a:pPr>
            <a:r>
              <a:rPr lang="en-US"/>
              <a:t>Sample Footer Text</a:t>
            </a:r>
          </a:p>
        </p:txBody>
      </p:sp>
      <p:sp>
        <p:nvSpPr>
          <p:cNvPr id="6" name="Date Placeholder 5">
            <a:extLst>
              <a:ext uri="{FF2B5EF4-FFF2-40B4-BE49-F238E27FC236}">
                <a16:creationId xmlns:a16="http://schemas.microsoft.com/office/drawing/2014/main" id="{E816FAC2-CF35-F7C0-2A88-0702C5A7510E}"/>
              </a:ext>
            </a:extLst>
          </p:cNvPr>
          <p:cNvSpPr>
            <a:spLocks noGrp="1"/>
          </p:cNvSpPr>
          <p:nvPr>
            <p:ph type="dt" sz="half" idx="10"/>
          </p:nvPr>
        </p:nvSpPr>
        <p:spPr>
          <a:xfrm>
            <a:off x="9737594" y="6445997"/>
            <a:ext cx="1842115" cy="365125"/>
          </a:xfrm>
        </p:spPr>
        <p:txBody>
          <a:bodyPr anchor="ctr">
            <a:normAutofit/>
          </a:bodyPr>
          <a:lstStyle/>
          <a:p>
            <a:pPr>
              <a:spcAft>
                <a:spcPts val="600"/>
              </a:spcAft>
            </a:pPr>
            <a:fld id="{B20F022F-161E-41B9-A1BC-CC85E43B1AF4}" type="datetime1">
              <a:rPr lang="en-US" smtClean="0"/>
              <a:pPr>
                <a:spcAft>
                  <a:spcPts val="600"/>
                </a:spcAft>
              </a:pPr>
              <a:t>11/30/2025</a:t>
            </a:fld>
            <a:endParaRPr lang="en-US"/>
          </a:p>
        </p:txBody>
      </p:sp>
      <p:sp>
        <p:nvSpPr>
          <p:cNvPr id="7" name="Slide Number Placeholder 6">
            <a:extLst>
              <a:ext uri="{FF2B5EF4-FFF2-40B4-BE49-F238E27FC236}">
                <a16:creationId xmlns:a16="http://schemas.microsoft.com/office/drawing/2014/main" id="{9EFDBD0C-379B-5022-82ED-AE95B0A25A24}"/>
              </a:ext>
            </a:extLst>
          </p:cNvPr>
          <p:cNvSpPr>
            <a:spLocks noGrp="1"/>
          </p:cNvSpPr>
          <p:nvPr>
            <p:ph type="sldNum" sz="quarter" idx="12"/>
          </p:nvPr>
        </p:nvSpPr>
        <p:spPr>
          <a:xfrm>
            <a:off x="11734800" y="6445997"/>
            <a:ext cx="457200" cy="365125"/>
          </a:xfrm>
        </p:spPr>
        <p:txBody>
          <a:bodyPr anchor="ctr">
            <a:normAutofit/>
          </a:bodyPr>
          <a:lstStyle/>
          <a:p>
            <a:pPr>
              <a:spcAft>
                <a:spcPts val="600"/>
              </a:spcAft>
            </a:pPr>
            <a:fld id="{DDF60B60-82CA-4BB9-BA6E-A62FADF2374B}" type="slidenum">
              <a:rPr lang="en-US" smtClean="0"/>
              <a:pPr>
                <a:spcAft>
                  <a:spcPts val="600"/>
                </a:spcAft>
              </a:pPr>
              <a:t>12</a:t>
            </a:fld>
            <a:endParaRPr lang="en-US"/>
          </a:p>
        </p:txBody>
      </p:sp>
    </p:spTree>
    <p:extLst>
      <p:ext uri="{BB962C8B-B14F-4D97-AF65-F5344CB8AC3E}">
        <p14:creationId xmlns:p14="http://schemas.microsoft.com/office/powerpoint/2010/main" val="91882472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C8A0AF-8C98-477F-F8A9-03E90FE19FF0}"/>
              </a:ext>
            </a:extLst>
          </p:cNvPr>
          <p:cNvSpPr>
            <a:spLocks noGrp="1"/>
          </p:cNvSpPr>
          <p:nvPr>
            <p:ph type="title"/>
          </p:nvPr>
        </p:nvSpPr>
        <p:spPr>
          <a:xfrm>
            <a:off x="8191500" y="458144"/>
            <a:ext cx="3433926" cy="1681551"/>
          </a:xfrm>
        </p:spPr>
        <p:txBody>
          <a:bodyPr anchor="b">
            <a:normAutofit/>
          </a:bodyPr>
          <a:lstStyle/>
          <a:p>
            <a:r>
              <a:rPr lang="en-US" sz="2700"/>
              <a:t>Popular Algorithms: Isolation Forest, Autoencoders, and Clustering Methods</a:t>
            </a:r>
          </a:p>
        </p:txBody>
      </p:sp>
      <p:pic>
        <p:nvPicPr>
          <p:cNvPr id="8" name="Content Placeholder 7" descr="Abstract illustration of anomaly detection using data partitions, neural networks, and clustering techniques">
            <a:extLst>
              <a:ext uri="{FF2B5EF4-FFF2-40B4-BE49-F238E27FC236}">
                <a16:creationId xmlns:a16="http://schemas.microsoft.com/office/drawing/2014/main" id="{EE580A3C-505E-426D-AA13-819C1BAED8A4}"/>
              </a:ext>
            </a:extLst>
          </p:cNvPr>
          <p:cNvPicPr>
            <a:picLocks noGrp="1" noChangeAspect="1"/>
          </p:cNvPicPr>
          <p:nvPr>
            <p:ph type="pic" sz="quarter" idx="13"/>
          </p:nvPr>
        </p:nvPicPr>
        <p:blipFill>
          <a:blip r:embed="rId3"/>
          <a:srcRect l="10952" r="8460"/>
          <a:stretch>
            <a:fillRect/>
          </a:stretch>
        </p:blipFill>
        <p:spPr>
          <a:xfrm>
            <a:off x="20" y="10"/>
            <a:ext cx="7722272" cy="6396271"/>
          </a:xfrm>
          <a:prstGeom prst="rect">
            <a:avLst/>
          </a:prstGeom>
          <a:noFill/>
        </p:spPr>
      </p:pic>
      <p:sp>
        <p:nvSpPr>
          <p:cNvPr id="4" name="Content Placeholder 3">
            <a:extLst>
              <a:ext uri="{FF2B5EF4-FFF2-40B4-BE49-F238E27FC236}">
                <a16:creationId xmlns:a16="http://schemas.microsoft.com/office/drawing/2014/main" id="{E70515E6-5500-808E-B198-C962458C695D}"/>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8191500" y="2276856"/>
            <a:ext cx="3433926" cy="3785616"/>
          </a:xfrm>
        </p:spPr>
        <p:txBody>
          <a:bodyPr>
            <a:normAutofit/>
          </a:bodyPr>
          <a:lstStyle/>
          <a:p>
            <a:pPr marL="0" indent="0">
              <a:lnSpc>
                <a:spcPct val="110000"/>
              </a:lnSpc>
              <a:spcBef>
                <a:spcPts val="2500"/>
              </a:spcBef>
              <a:buFont typeface="Arial" panose="020B0604020202020204" pitchFamily="34" charset="0"/>
              <a:buNone/>
            </a:pPr>
            <a:r>
              <a:rPr lang="en-US" sz="1400" b="1"/>
              <a:t>Isolation Forest Algorithm</a:t>
            </a:r>
          </a:p>
          <a:p>
            <a:pPr marL="0" lvl="1" indent="0">
              <a:lnSpc>
                <a:spcPct val="110000"/>
              </a:lnSpc>
              <a:buFont typeface="Arial" panose="020B0604020202020204" pitchFamily="34" charset="0"/>
              <a:buNone/>
            </a:pPr>
            <a:r>
              <a:rPr lang="en-US" sz="1400"/>
              <a:t>Isolation Forest detects anomalies by randomly partitioning data efficiently, working well on high-dimensional datasets.</a:t>
            </a:r>
          </a:p>
          <a:p>
            <a:pPr marL="0" indent="0">
              <a:lnSpc>
                <a:spcPct val="110000"/>
              </a:lnSpc>
              <a:spcBef>
                <a:spcPts val="2500"/>
              </a:spcBef>
              <a:buFont typeface="Arial" panose="020B0604020202020204" pitchFamily="34" charset="0"/>
              <a:buNone/>
            </a:pPr>
            <a:r>
              <a:rPr lang="en-US" sz="1400" b="1"/>
              <a:t>Autoencoders for Detection</a:t>
            </a:r>
          </a:p>
          <a:p>
            <a:pPr marL="0" lvl="1" indent="0">
              <a:lnSpc>
                <a:spcPct val="110000"/>
              </a:lnSpc>
              <a:buFont typeface="Arial" panose="020B0604020202020204" pitchFamily="34" charset="0"/>
              <a:buNone/>
            </a:pPr>
            <a:r>
              <a:rPr lang="en-US" sz="1400"/>
              <a:t>Autoencoders use deep neural networks to reconstruct inputs and identify anomalies via reconstruction error deviations.</a:t>
            </a:r>
          </a:p>
          <a:p>
            <a:pPr marL="0" indent="0">
              <a:lnSpc>
                <a:spcPct val="110000"/>
              </a:lnSpc>
              <a:spcBef>
                <a:spcPts val="2500"/>
              </a:spcBef>
              <a:buFont typeface="Arial" panose="020B0604020202020204" pitchFamily="34" charset="0"/>
              <a:buNone/>
            </a:pPr>
            <a:r>
              <a:rPr lang="en-US" sz="1400" b="1"/>
              <a:t>Clustering-Based Methods</a:t>
            </a:r>
          </a:p>
          <a:p>
            <a:pPr marL="0" lvl="1" indent="0">
              <a:lnSpc>
                <a:spcPct val="110000"/>
              </a:lnSpc>
              <a:buFont typeface="Arial" panose="020B0604020202020204" pitchFamily="34" charset="0"/>
              <a:buNone/>
            </a:pPr>
            <a:r>
              <a:rPr lang="en-US" sz="1400"/>
              <a:t>Clustering methods find outliers by locating data points distant from cluster centers or forming isolated small clusters.</a:t>
            </a:r>
          </a:p>
        </p:txBody>
      </p:sp>
      <p:sp>
        <p:nvSpPr>
          <p:cNvPr id="5" name="Footer Placeholder 4">
            <a:extLst>
              <a:ext uri="{FF2B5EF4-FFF2-40B4-BE49-F238E27FC236}">
                <a16:creationId xmlns:a16="http://schemas.microsoft.com/office/drawing/2014/main" id="{CA8A7843-D0C9-92E2-E519-B6406990CF14}"/>
              </a:ext>
            </a:extLst>
          </p:cNvPr>
          <p:cNvSpPr>
            <a:spLocks noGrp="1"/>
          </p:cNvSpPr>
          <p:nvPr>
            <p:ph type="ftr" sz="quarter" idx="11"/>
          </p:nvPr>
        </p:nvSpPr>
        <p:spPr>
          <a:xfrm>
            <a:off x="457200" y="6445997"/>
            <a:ext cx="3949302" cy="365125"/>
          </a:xfrm>
        </p:spPr>
        <p:txBody>
          <a:bodyPr anchor="ctr">
            <a:normAutofit/>
          </a:bodyPr>
          <a:lstStyle/>
          <a:p>
            <a:pPr>
              <a:spcAft>
                <a:spcPts val="600"/>
              </a:spcAft>
            </a:pPr>
            <a:r>
              <a:rPr lang="en-US"/>
              <a:t>Sample Footer Text</a:t>
            </a:r>
          </a:p>
        </p:txBody>
      </p:sp>
      <p:sp>
        <p:nvSpPr>
          <p:cNvPr id="6" name="Date Placeholder 5">
            <a:extLst>
              <a:ext uri="{FF2B5EF4-FFF2-40B4-BE49-F238E27FC236}">
                <a16:creationId xmlns:a16="http://schemas.microsoft.com/office/drawing/2014/main" id="{4C855978-A0E7-C686-38E0-525D6566738C}"/>
              </a:ext>
            </a:extLst>
          </p:cNvPr>
          <p:cNvSpPr>
            <a:spLocks noGrp="1"/>
          </p:cNvSpPr>
          <p:nvPr>
            <p:ph type="dt" sz="half" idx="10"/>
          </p:nvPr>
        </p:nvSpPr>
        <p:spPr>
          <a:xfrm>
            <a:off x="9737594" y="6445997"/>
            <a:ext cx="1842115" cy="365125"/>
          </a:xfrm>
        </p:spPr>
        <p:txBody>
          <a:bodyPr anchor="ctr">
            <a:normAutofit/>
          </a:bodyPr>
          <a:lstStyle/>
          <a:p>
            <a:pPr>
              <a:spcAft>
                <a:spcPts val="600"/>
              </a:spcAft>
            </a:pPr>
            <a:fld id="{B20F022F-161E-41B9-A1BC-CC85E43B1AF4}" type="datetime1">
              <a:rPr lang="en-US" smtClean="0"/>
              <a:pPr>
                <a:spcAft>
                  <a:spcPts val="600"/>
                </a:spcAft>
              </a:pPr>
              <a:t>11/30/2025</a:t>
            </a:fld>
            <a:endParaRPr lang="en-US"/>
          </a:p>
        </p:txBody>
      </p:sp>
      <p:sp>
        <p:nvSpPr>
          <p:cNvPr id="7" name="Slide Number Placeholder 6">
            <a:extLst>
              <a:ext uri="{FF2B5EF4-FFF2-40B4-BE49-F238E27FC236}">
                <a16:creationId xmlns:a16="http://schemas.microsoft.com/office/drawing/2014/main" id="{79AA34A0-24A3-73A6-4556-9CC47C2C208D}"/>
              </a:ext>
            </a:extLst>
          </p:cNvPr>
          <p:cNvSpPr>
            <a:spLocks noGrp="1"/>
          </p:cNvSpPr>
          <p:nvPr>
            <p:ph type="sldNum" sz="quarter" idx="12"/>
          </p:nvPr>
        </p:nvSpPr>
        <p:spPr>
          <a:xfrm>
            <a:off x="11734800" y="6445997"/>
            <a:ext cx="457200" cy="365125"/>
          </a:xfrm>
        </p:spPr>
        <p:txBody>
          <a:bodyPr anchor="ctr">
            <a:normAutofit/>
          </a:bodyPr>
          <a:lstStyle/>
          <a:p>
            <a:pPr>
              <a:spcAft>
                <a:spcPts val="600"/>
              </a:spcAft>
            </a:pPr>
            <a:fld id="{DDF60B60-82CA-4BB9-BA6E-A62FADF2374B}" type="slidenum">
              <a:rPr lang="en-US" smtClean="0"/>
              <a:pPr>
                <a:spcAft>
                  <a:spcPts val="600"/>
                </a:spcAft>
              </a:pPr>
              <a:t>13</a:t>
            </a:fld>
            <a:endParaRPr lang="en-US"/>
          </a:p>
        </p:txBody>
      </p:sp>
    </p:spTree>
    <p:extLst>
      <p:ext uri="{BB962C8B-B14F-4D97-AF65-F5344CB8AC3E}">
        <p14:creationId xmlns:p14="http://schemas.microsoft.com/office/powerpoint/2010/main" val="119982857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D1E11A-B3AF-E95D-8964-E35A00DDA77A}"/>
              </a:ext>
            </a:extLst>
          </p:cNvPr>
          <p:cNvSpPr>
            <a:spLocks noGrp="1"/>
          </p:cNvSpPr>
          <p:nvPr>
            <p:ph type="title"/>
          </p:nvPr>
        </p:nvSpPr>
        <p:spPr>
          <a:xfrm>
            <a:off x="7739922" y="458144"/>
            <a:ext cx="3909536" cy="1485873"/>
          </a:xfrm>
        </p:spPr>
        <p:txBody>
          <a:bodyPr anchor="b">
            <a:normAutofit/>
          </a:bodyPr>
          <a:lstStyle/>
          <a:p>
            <a:r>
              <a:rPr lang="en-US" sz="2700"/>
              <a:t>Feature Engineering and Data Preprocessing for Update Streams</a:t>
            </a:r>
          </a:p>
        </p:txBody>
      </p:sp>
      <p:pic>
        <p:nvPicPr>
          <p:cNvPr id="8" name="Content Placeholder 7" descr="Data preprocessing and feature engineering concepts with charts and data streams for anomaly detection">
            <a:extLst>
              <a:ext uri="{FF2B5EF4-FFF2-40B4-BE49-F238E27FC236}">
                <a16:creationId xmlns:a16="http://schemas.microsoft.com/office/drawing/2014/main" id="{763F7F0F-95D2-4123-94EC-A5192516CB8B}"/>
              </a:ext>
            </a:extLst>
          </p:cNvPr>
          <p:cNvPicPr>
            <a:picLocks noGrp="1" noChangeAspect="1"/>
          </p:cNvPicPr>
          <p:nvPr>
            <p:ph type="pic" sz="quarter" idx="13"/>
          </p:nvPr>
        </p:nvPicPr>
        <p:blipFill>
          <a:blip r:embed="rId3"/>
          <a:srcRect l="11280" r="12869"/>
          <a:stretch>
            <a:fillRect/>
          </a:stretch>
        </p:blipFill>
        <p:spPr>
          <a:xfrm>
            <a:off x="20" y="10"/>
            <a:ext cx="7268376" cy="6396271"/>
          </a:xfrm>
          <a:prstGeom prst="rect">
            <a:avLst/>
          </a:prstGeom>
          <a:noFill/>
        </p:spPr>
      </p:pic>
      <p:sp>
        <p:nvSpPr>
          <p:cNvPr id="4" name="Content Placeholder 3">
            <a:extLst>
              <a:ext uri="{FF2B5EF4-FFF2-40B4-BE49-F238E27FC236}">
                <a16:creationId xmlns:a16="http://schemas.microsoft.com/office/drawing/2014/main" id="{4614F69A-2A7E-CAEC-57EF-B2AF936CA456}"/>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739922" y="2463789"/>
            <a:ext cx="3909534" cy="3561091"/>
          </a:xfrm>
        </p:spPr>
        <p:txBody>
          <a:bodyPr>
            <a:normAutofit/>
          </a:bodyPr>
          <a:lstStyle/>
          <a:p>
            <a:pPr marL="0" indent="0">
              <a:lnSpc>
                <a:spcPct val="110000"/>
              </a:lnSpc>
              <a:spcBef>
                <a:spcPts val="2500"/>
              </a:spcBef>
              <a:buFont typeface="Arial" panose="020B0604020202020204" pitchFamily="34" charset="0"/>
              <a:buNone/>
            </a:pPr>
            <a:r>
              <a:rPr lang="en-US" sz="1300" b="1"/>
              <a:t>Informative Feature Extraction</a:t>
            </a:r>
          </a:p>
          <a:p>
            <a:pPr marL="0" lvl="1" indent="0">
              <a:lnSpc>
                <a:spcPct val="110000"/>
              </a:lnSpc>
              <a:buFont typeface="Arial" panose="020B0604020202020204" pitchFamily="34" charset="0"/>
              <a:buNone/>
            </a:pPr>
            <a:r>
              <a:rPr lang="en-US" sz="1300"/>
              <a:t>Extract key features like update intervals, success ratios, error codes, and resource usage for anomaly detection.</a:t>
            </a:r>
          </a:p>
          <a:p>
            <a:pPr marL="0" indent="0">
              <a:lnSpc>
                <a:spcPct val="110000"/>
              </a:lnSpc>
              <a:spcBef>
                <a:spcPts val="2500"/>
              </a:spcBef>
              <a:buFont typeface="Arial" panose="020B0604020202020204" pitchFamily="34" charset="0"/>
              <a:buNone/>
            </a:pPr>
            <a:r>
              <a:rPr lang="en-US" sz="1300" b="1"/>
              <a:t>Data Preprocessing Steps</a:t>
            </a:r>
          </a:p>
          <a:p>
            <a:pPr marL="0" lvl="1" indent="0">
              <a:lnSpc>
                <a:spcPct val="110000"/>
              </a:lnSpc>
              <a:buFont typeface="Arial" panose="020B0604020202020204" pitchFamily="34" charset="0"/>
              <a:buNone/>
            </a:pPr>
            <a:r>
              <a:rPr lang="en-US" sz="1300"/>
              <a:t>Handle missing data, normalize values, encode categorical variables, and apply temporal smoothing effectively.</a:t>
            </a:r>
          </a:p>
          <a:p>
            <a:pPr marL="0" indent="0">
              <a:lnSpc>
                <a:spcPct val="110000"/>
              </a:lnSpc>
              <a:spcBef>
                <a:spcPts val="2500"/>
              </a:spcBef>
              <a:buFont typeface="Arial" panose="020B0604020202020204" pitchFamily="34" charset="0"/>
              <a:buNone/>
            </a:pPr>
            <a:r>
              <a:rPr lang="en-US" sz="1300" b="1"/>
              <a:t>Dimensionality Reduction</a:t>
            </a:r>
          </a:p>
          <a:p>
            <a:pPr marL="0" lvl="1" indent="0">
              <a:lnSpc>
                <a:spcPct val="110000"/>
              </a:lnSpc>
              <a:buFont typeface="Arial" panose="020B0604020202020204" pitchFamily="34" charset="0"/>
              <a:buNone/>
            </a:pPr>
            <a:r>
              <a:rPr lang="en-US" sz="1300"/>
              <a:t>Use feature selection and reduction techniques to reduce dimensionality and improve algorithm performance.</a:t>
            </a:r>
          </a:p>
        </p:txBody>
      </p:sp>
      <p:sp>
        <p:nvSpPr>
          <p:cNvPr id="5" name="Footer Placeholder 4">
            <a:extLst>
              <a:ext uri="{FF2B5EF4-FFF2-40B4-BE49-F238E27FC236}">
                <a16:creationId xmlns:a16="http://schemas.microsoft.com/office/drawing/2014/main" id="{1FA68103-2812-6198-9422-C4833A0309F1}"/>
              </a:ext>
            </a:extLst>
          </p:cNvPr>
          <p:cNvSpPr>
            <a:spLocks noGrp="1"/>
          </p:cNvSpPr>
          <p:nvPr>
            <p:ph type="ftr" sz="quarter" idx="11"/>
          </p:nvPr>
        </p:nvSpPr>
        <p:spPr>
          <a:xfrm>
            <a:off x="457200" y="6445997"/>
            <a:ext cx="3949302" cy="365125"/>
          </a:xfrm>
        </p:spPr>
        <p:txBody>
          <a:bodyPr anchor="ctr">
            <a:normAutofit/>
          </a:bodyPr>
          <a:lstStyle/>
          <a:p>
            <a:pPr>
              <a:spcAft>
                <a:spcPts val="600"/>
              </a:spcAft>
            </a:pPr>
            <a:r>
              <a:rPr lang="en-US"/>
              <a:t>Sample Footer Text</a:t>
            </a:r>
          </a:p>
        </p:txBody>
      </p:sp>
      <p:sp>
        <p:nvSpPr>
          <p:cNvPr id="6" name="Date Placeholder 5">
            <a:extLst>
              <a:ext uri="{FF2B5EF4-FFF2-40B4-BE49-F238E27FC236}">
                <a16:creationId xmlns:a16="http://schemas.microsoft.com/office/drawing/2014/main" id="{E0DC024E-6729-585D-58BB-383FEA6B80F4}"/>
              </a:ext>
            </a:extLst>
          </p:cNvPr>
          <p:cNvSpPr>
            <a:spLocks noGrp="1"/>
          </p:cNvSpPr>
          <p:nvPr>
            <p:ph type="dt" sz="half" idx="10"/>
          </p:nvPr>
        </p:nvSpPr>
        <p:spPr>
          <a:xfrm>
            <a:off x="9737594" y="6445997"/>
            <a:ext cx="1842115" cy="365125"/>
          </a:xfrm>
        </p:spPr>
        <p:txBody>
          <a:bodyPr anchor="ctr">
            <a:normAutofit/>
          </a:bodyPr>
          <a:lstStyle/>
          <a:p>
            <a:pPr>
              <a:spcAft>
                <a:spcPts val="600"/>
              </a:spcAft>
            </a:pPr>
            <a:fld id="{B20F022F-161E-41B9-A1BC-CC85E43B1AF4}" type="datetime1">
              <a:rPr lang="en-US" smtClean="0"/>
              <a:pPr>
                <a:spcAft>
                  <a:spcPts val="600"/>
                </a:spcAft>
              </a:pPr>
              <a:t>11/30/2025</a:t>
            </a:fld>
            <a:endParaRPr lang="en-US"/>
          </a:p>
        </p:txBody>
      </p:sp>
      <p:sp>
        <p:nvSpPr>
          <p:cNvPr id="7" name="Slide Number Placeholder 6">
            <a:extLst>
              <a:ext uri="{FF2B5EF4-FFF2-40B4-BE49-F238E27FC236}">
                <a16:creationId xmlns:a16="http://schemas.microsoft.com/office/drawing/2014/main" id="{ECB0FE95-E5D5-E412-CCC7-2868B4068BD9}"/>
              </a:ext>
            </a:extLst>
          </p:cNvPr>
          <p:cNvSpPr>
            <a:spLocks noGrp="1"/>
          </p:cNvSpPr>
          <p:nvPr>
            <p:ph type="sldNum" sz="quarter" idx="12"/>
          </p:nvPr>
        </p:nvSpPr>
        <p:spPr>
          <a:xfrm>
            <a:off x="11734800" y="6445997"/>
            <a:ext cx="457200" cy="365125"/>
          </a:xfrm>
        </p:spPr>
        <p:txBody>
          <a:bodyPr anchor="ctr">
            <a:normAutofit/>
          </a:bodyPr>
          <a:lstStyle/>
          <a:p>
            <a:pPr>
              <a:spcAft>
                <a:spcPts val="600"/>
              </a:spcAft>
            </a:pPr>
            <a:fld id="{DDF60B60-82CA-4BB9-BA6E-A62FADF2374B}" type="slidenum">
              <a:rPr lang="en-US" smtClean="0"/>
              <a:pPr>
                <a:spcAft>
                  <a:spcPts val="600"/>
                </a:spcAft>
              </a:pPr>
              <a:t>14</a:t>
            </a:fld>
            <a:endParaRPr lang="en-US"/>
          </a:p>
        </p:txBody>
      </p:sp>
    </p:spTree>
    <p:extLst>
      <p:ext uri="{BB962C8B-B14F-4D97-AF65-F5344CB8AC3E}">
        <p14:creationId xmlns:p14="http://schemas.microsoft.com/office/powerpoint/2010/main" val="74794361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4C0215-899A-7768-ED49-F8C9E629AA11}"/>
              </a:ext>
            </a:extLst>
          </p:cNvPr>
          <p:cNvSpPr>
            <a:spLocks noGrp="1"/>
          </p:cNvSpPr>
          <p:nvPr>
            <p:ph type="title"/>
          </p:nvPr>
        </p:nvSpPr>
        <p:spPr>
          <a:xfrm>
            <a:off x="457200" y="2968607"/>
            <a:ext cx="8932653" cy="3450568"/>
          </a:xfrm>
        </p:spPr>
        <p:txBody>
          <a:bodyPr anchor="b">
            <a:normAutofit/>
          </a:bodyPr>
          <a:lstStyle/>
          <a:p>
            <a:r>
              <a:rPr lang="en-US"/>
              <a:t>Advanced Data Analysis Strategies</a:t>
            </a:r>
          </a:p>
        </p:txBody>
      </p:sp>
      <p:sp>
        <p:nvSpPr>
          <p:cNvPr id="4" name="Footer Placeholder 3">
            <a:extLst>
              <a:ext uri="{FF2B5EF4-FFF2-40B4-BE49-F238E27FC236}">
                <a16:creationId xmlns:a16="http://schemas.microsoft.com/office/drawing/2014/main" id="{72832FB6-425B-592A-DEE2-7109823BDC20}"/>
              </a:ext>
            </a:extLst>
          </p:cNvPr>
          <p:cNvSpPr>
            <a:spLocks noGrp="1"/>
          </p:cNvSpPr>
          <p:nvPr>
            <p:ph type="ftr" sz="quarter" idx="11"/>
          </p:nvPr>
        </p:nvSpPr>
        <p:spPr>
          <a:xfrm>
            <a:off x="457200" y="6445997"/>
            <a:ext cx="3751081" cy="365125"/>
          </a:xfrm>
        </p:spPr>
        <p:txBody>
          <a:bodyPr anchor="ctr">
            <a:normAutofit/>
          </a:bodyPr>
          <a:lstStyle/>
          <a:p>
            <a:pPr>
              <a:spcAft>
                <a:spcPts val="600"/>
              </a:spcAft>
            </a:pPr>
            <a:r>
              <a:rPr lang="en-US"/>
              <a:t>Sample Footer Text</a:t>
            </a:r>
          </a:p>
        </p:txBody>
      </p:sp>
      <p:sp>
        <p:nvSpPr>
          <p:cNvPr id="5" name="Date Placeholder 4">
            <a:extLst>
              <a:ext uri="{FF2B5EF4-FFF2-40B4-BE49-F238E27FC236}">
                <a16:creationId xmlns:a16="http://schemas.microsoft.com/office/drawing/2014/main" id="{1299246E-CFF1-7074-1FB6-76E3D3282B6A}"/>
              </a:ext>
            </a:extLst>
          </p:cNvPr>
          <p:cNvSpPr>
            <a:spLocks noGrp="1"/>
          </p:cNvSpPr>
          <p:nvPr>
            <p:ph type="dt" sz="half" idx="10"/>
          </p:nvPr>
        </p:nvSpPr>
        <p:spPr>
          <a:xfrm>
            <a:off x="9737594" y="6445997"/>
            <a:ext cx="1842115" cy="365125"/>
          </a:xfrm>
        </p:spPr>
        <p:txBody>
          <a:bodyPr anchor="ctr">
            <a:normAutofit/>
          </a:bodyPr>
          <a:lstStyle/>
          <a:p>
            <a:pPr>
              <a:spcAft>
                <a:spcPts val="600"/>
              </a:spcAft>
            </a:pPr>
            <a:fld id="{8A278C13-F8B8-4237-9811-6A882F130BDA}" type="datetime1">
              <a:rPr lang="en-US" smtClean="0"/>
              <a:pPr>
                <a:spcAft>
                  <a:spcPts val="600"/>
                </a:spcAft>
              </a:pPr>
              <a:t>11/30/2025</a:t>
            </a:fld>
            <a:endParaRPr lang="en-US"/>
          </a:p>
        </p:txBody>
      </p:sp>
      <p:sp>
        <p:nvSpPr>
          <p:cNvPr id="6" name="Slide Number Placeholder 5">
            <a:extLst>
              <a:ext uri="{FF2B5EF4-FFF2-40B4-BE49-F238E27FC236}">
                <a16:creationId xmlns:a16="http://schemas.microsoft.com/office/drawing/2014/main" id="{A82650EA-74A8-5056-8161-1935CEE3EAD7}"/>
              </a:ext>
            </a:extLst>
          </p:cNvPr>
          <p:cNvSpPr>
            <a:spLocks noGrp="1"/>
          </p:cNvSpPr>
          <p:nvPr>
            <p:ph type="sldNum" sz="quarter" idx="12"/>
          </p:nvPr>
        </p:nvSpPr>
        <p:spPr>
          <a:xfrm>
            <a:off x="11734800" y="6445997"/>
            <a:ext cx="457200" cy="365125"/>
          </a:xfrm>
        </p:spPr>
        <p:txBody>
          <a:bodyPr anchor="ctr">
            <a:normAutofit/>
          </a:bodyPr>
          <a:lstStyle/>
          <a:p>
            <a:pPr>
              <a:spcAft>
                <a:spcPts val="600"/>
              </a:spcAft>
            </a:pPr>
            <a:fld id="{DDF60B60-82CA-4BB9-BA6E-A62FADF2374B}" type="slidenum">
              <a:rPr lang="en-US" smtClean="0"/>
              <a:pPr>
                <a:spcAft>
                  <a:spcPts val="600"/>
                </a:spcAft>
              </a:pPr>
              <a:t>15</a:t>
            </a:fld>
            <a:endParaRPr lang="en-US"/>
          </a:p>
        </p:txBody>
      </p:sp>
    </p:spTree>
    <p:extLst>
      <p:ext uri="{BB962C8B-B14F-4D97-AF65-F5344CB8AC3E}">
        <p14:creationId xmlns:p14="http://schemas.microsoft.com/office/powerpoint/2010/main" val="26622586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D64BF6-74FD-1FE8-3537-6414CE39AFEB}"/>
              </a:ext>
            </a:extLst>
          </p:cNvPr>
          <p:cNvSpPr>
            <a:spLocks noGrp="1"/>
          </p:cNvSpPr>
          <p:nvPr>
            <p:ph type="title"/>
          </p:nvPr>
        </p:nvSpPr>
        <p:spPr>
          <a:xfrm>
            <a:off x="8191500" y="458144"/>
            <a:ext cx="3433926" cy="1681551"/>
          </a:xfrm>
        </p:spPr>
        <p:txBody>
          <a:bodyPr anchor="b">
            <a:normAutofit/>
          </a:bodyPr>
          <a:lstStyle/>
          <a:p>
            <a:r>
              <a:rPr lang="en-US"/>
              <a:t>Time-Series Analysis and Monitoring</a:t>
            </a:r>
          </a:p>
        </p:txBody>
      </p:sp>
      <p:pic>
        <p:nvPicPr>
          <p:cNvPr id="8" name="Content Placeholder 7" descr="Graphical representation of time-series data analysis with charts, adaptive monitoring, and dashboards">
            <a:extLst>
              <a:ext uri="{FF2B5EF4-FFF2-40B4-BE49-F238E27FC236}">
                <a16:creationId xmlns:a16="http://schemas.microsoft.com/office/drawing/2014/main" id="{994E124B-5A1D-49E6-A44E-B83DB1E9FCA3}"/>
              </a:ext>
            </a:extLst>
          </p:cNvPr>
          <p:cNvPicPr>
            <a:picLocks noGrp="1" noChangeAspect="1"/>
          </p:cNvPicPr>
          <p:nvPr>
            <p:ph type="pic" sz="quarter" idx="13"/>
          </p:nvPr>
        </p:nvPicPr>
        <p:blipFill>
          <a:blip r:embed="rId3"/>
          <a:srcRect l="19412"/>
          <a:stretch>
            <a:fillRect/>
          </a:stretch>
        </p:blipFill>
        <p:spPr>
          <a:xfrm>
            <a:off x="20" y="10"/>
            <a:ext cx="7722272" cy="6396271"/>
          </a:xfrm>
          <a:prstGeom prst="rect">
            <a:avLst/>
          </a:prstGeom>
          <a:noFill/>
        </p:spPr>
      </p:pic>
      <p:sp>
        <p:nvSpPr>
          <p:cNvPr id="4" name="Content Placeholder 3">
            <a:extLst>
              <a:ext uri="{FF2B5EF4-FFF2-40B4-BE49-F238E27FC236}">
                <a16:creationId xmlns:a16="http://schemas.microsoft.com/office/drawing/2014/main" id="{6B888002-E03C-D1F4-F84D-7FD50FF43DF2}"/>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8191500" y="2276856"/>
            <a:ext cx="3433926" cy="3785616"/>
          </a:xfrm>
        </p:spPr>
        <p:txBody>
          <a:bodyPr>
            <a:normAutofit/>
          </a:bodyPr>
          <a:lstStyle/>
          <a:p>
            <a:pPr marL="0" indent="0">
              <a:lnSpc>
                <a:spcPct val="110000"/>
              </a:lnSpc>
              <a:spcBef>
                <a:spcPts val="2500"/>
              </a:spcBef>
              <a:buFont typeface="Arial" panose="020B0604020202020204" pitchFamily="34" charset="0"/>
              <a:buNone/>
            </a:pPr>
            <a:r>
              <a:rPr lang="en-US" sz="1300" b="1"/>
              <a:t>Time-Series Analysis Techniques</a:t>
            </a:r>
          </a:p>
          <a:p>
            <a:pPr marL="0" lvl="1" indent="0">
              <a:lnSpc>
                <a:spcPct val="110000"/>
              </a:lnSpc>
              <a:buFont typeface="Arial" panose="020B0604020202020204" pitchFamily="34" charset="0"/>
              <a:buNone/>
            </a:pPr>
            <a:r>
              <a:rPr lang="en-US" sz="1300"/>
              <a:t>Methods such as ARIMA, seasonal decomposition, and sliding window models capture temporal dependencies and seasonal patterns effectively.</a:t>
            </a:r>
          </a:p>
          <a:p>
            <a:pPr marL="0" indent="0">
              <a:lnSpc>
                <a:spcPct val="110000"/>
              </a:lnSpc>
              <a:spcBef>
                <a:spcPts val="2500"/>
              </a:spcBef>
              <a:buFont typeface="Arial" panose="020B0604020202020204" pitchFamily="34" charset="0"/>
              <a:buNone/>
            </a:pPr>
            <a:r>
              <a:rPr lang="en-US" sz="1300" b="1"/>
              <a:t>Continuous Monitoring</a:t>
            </a:r>
          </a:p>
          <a:p>
            <a:pPr marL="0" lvl="1" indent="0">
              <a:lnSpc>
                <a:spcPct val="110000"/>
              </a:lnSpc>
              <a:buFont typeface="Arial" panose="020B0604020202020204" pitchFamily="34" charset="0"/>
              <a:buNone/>
            </a:pPr>
            <a:r>
              <a:rPr lang="en-US" sz="1300"/>
              <a:t>Adaptive thresholds enable real-time detection of anomalies by monitoring deviations from expected update behaviors.</a:t>
            </a:r>
          </a:p>
          <a:p>
            <a:pPr marL="0" indent="0">
              <a:lnSpc>
                <a:spcPct val="110000"/>
              </a:lnSpc>
              <a:spcBef>
                <a:spcPts val="2500"/>
              </a:spcBef>
              <a:buFont typeface="Arial" panose="020B0604020202020204" pitchFamily="34" charset="0"/>
              <a:buNone/>
            </a:pPr>
            <a:r>
              <a:rPr lang="en-US" sz="1300" b="1"/>
              <a:t>Visualization Dashboards</a:t>
            </a:r>
          </a:p>
          <a:p>
            <a:pPr marL="0" lvl="1" indent="0">
              <a:lnSpc>
                <a:spcPct val="110000"/>
              </a:lnSpc>
              <a:buFont typeface="Arial" panose="020B0604020202020204" pitchFamily="34" charset="0"/>
              <a:buNone/>
            </a:pPr>
            <a:r>
              <a:rPr lang="en-US" sz="1300"/>
              <a:t>Dashboards visualize temporal trends clearly to support investigations and preventive actions.</a:t>
            </a:r>
          </a:p>
        </p:txBody>
      </p:sp>
      <p:sp>
        <p:nvSpPr>
          <p:cNvPr id="5" name="Footer Placeholder 4">
            <a:extLst>
              <a:ext uri="{FF2B5EF4-FFF2-40B4-BE49-F238E27FC236}">
                <a16:creationId xmlns:a16="http://schemas.microsoft.com/office/drawing/2014/main" id="{A6D829A3-5BDA-6027-682E-DF9EA0FBF776}"/>
              </a:ext>
            </a:extLst>
          </p:cNvPr>
          <p:cNvSpPr>
            <a:spLocks noGrp="1"/>
          </p:cNvSpPr>
          <p:nvPr>
            <p:ph type="ftr" sz="quarter" idx="11"/>
          </p:nvPr>
        </p:nvSpPr>
        <p:spPr>
          <a:xfrm>
            <a:off x="457200" y="6445997"/>
            <a:ext cx="3949302" cy="365125"/>
          </a:xfrm>
        </p:spPr>
        <p:txBody>
          <a:bodyPr anchor="ctr">
            <a:normAutofit/>
          </a:bodyPr>
          <a:lstStyle/>
          <a:p>
            <a:pPr>
              <a:spcAft>
                <a:spcPts val="600"/>
              </a:spcAft>
            </a:pPr>
            <a:r>
              <a:rPr lang="en-US"/>
              <a:t>Sample Footer Text</a:t>
            </a:r>
          </a:p>
        </p:txBody>
      </p:sp>
      <p:sp>
        <p:nvSpPr>
          <p:cNvPr id="6" name="Date Placeholder 5">
            <a:extLst>
              <a:ext uri="{FF2B5EF4-FFF2-40B4-BE49-F238E27FC236}">
                <a16:creationId xmlns:a16="http://schemas.microsoft.com/office/drawing/2014/main" id="{154E82CD-40F1-EE90-A3B7-3A16F86EC86C}"/>
              </a:ext>
            </a:extLst>
          </p:cNvPr>
          <p:cNvSpPr>
            <a:spLocks noGrp="1"/>
          </p:cNvSpPr>
          <p:nvPr>
            <p:ph type="dt" sz="half" idx="10"/>
          </p:nvPr>
        </p:nvSpPr>
        <p:spPr>
          <a:xfrm>
            <a:off x="9737594" y="6445997"/>
            <a:ext cx="1842115" cy="365125"/>
          </a:xfrm>
        </p:spPr>
        <p:txBody>
          <a:bodyPr anchor="ctr">
            <a:normAutofit/>
          </a:bodyPr>
          <a:lstStyle/>
          <a:p>
            <a:pPr>
              <a:spcAft>
                <a:spcPts val="600"/>
              </a:spcAft>
            </a:pPr>
            <a:fld id="{B20F022F-161E-41B9-A1BC-CC85E43B1AF4}" type="datetime1">
              <a:rPr lang="en-US" smtClean="0"/>
              <a:pPr>
                <a:spcAft>
                  <a:spcPts val="600"/>
                </a:spcAft>
              </a:pPr>
              <a:t>11/30/2025</a:t>
            </a:fld>
            <a:endParaRPr lang="en-US"/>
          </a:p>
        </p:txBody>
      </p:sp>
      <p:sp>
        <p:nvSpPr>
          <p:cNvPr id="7" name="Slide Number Placeholder 6">
            <a:extLst>
              <a:ext uri="{FF2B5EF4-FFF2-40B4-BE49-F238E27FC236}">
                <a16:creationId xmlns:a16="http://schemas.microsoft.com/office/drawing/2014/main" id="{0E9C19AD-2E96-79FD-D7EF-CA31571C0502}"/>
              </a:ext>
            </a:extLst>
          </p:cNvPr>
          <p:cNvSpPr>
            <a:spLocks noGrp="1"/>
          </p:cNvSpPr>
          <p:nvPr>
            <p:ph type="sldNum" sz="quarter" idx="12"/>
          </p:nvPr>
        </p:nvSpPr>
        <p:spPr>
          <a:xfrm>
            <a:off x="11734800" y="6445997"/>
            <a:ext cx="457200" cy="365125"/>
          </a:xfrm>
        </p:spPr>
        <p:txBody>
          <a:bodyPr anchor="ctr">
            <a:normAutofit/>
          </a:bodyPr>
          <a:lstStyle/>
          <a:p>
            <a:pPr>
              <a:spcAft>
                <a:spcPts val="600"/>
              </a:spcAft>
            </a:pPr>
            <a:fld id="{DDF60B60-82CA-4BB9-BA6E-A62FADF2374B}" type="slidenum">
              <a:rPr lang="en-US" smtClean="0"/>
              <a:pPr>
                <a:spcAft>
                  <a:spcPts val="600"/>
                </a:spcAft>
              </a:pPr>
              <a:t>16</a:t>
            </a:fld>
            <a:endParaRPr lang="en-US"/>
          </a:p>
        </p:txBody>
      </p:sp>
    </p:spTree>
    <p:extLst>
      <p:ext uri="{BB962C8B-B14F-4D97-AF65-F5344CB8AC3E}">
        <p14:creationId xmlns:p14="http://schemas.microsoft.com/office/powerpoint/2010/main" val="279969409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71B95B-AE04-DF57-3A6C-1FC48D933B42}"/>
              </a:ext>
            </a:extLst>
          </p:cNvPr>
          <p:cNvSpPr>
            <a:spLocks noGrp="1"/>
          </p:cNvSpPr>
          <p:nvPr>
            <p:ph type="title"/>
          </p:nvPr>
        </p:nvSpPr>
        <p:spPr>
          <a:xfrm>
            <a:off x="8191500" y="458144"/>
            <a:ext cx="3433926" cy="1681551"/>
          </a:xfrm>
        </p:spPr>
        <p:txBody>
          <a:bodyPr anchor="b">
            <a:normAutofit/>
          </a:bodyPr>
          <a:lstStyle/>
          <a:p>
            <a:r>
              <a:rPr lang="en-US"/>
              <a:t>Use of Statistical Models and Thresholds</a:t>
            </a:r>
          </a:p>
        </p:txBody>
      </p:sp>
      <p:pic>
        <p:nvPicPr>
          <p:cNvPr id="8" name="Content Placeholder 7" descr="Illustration of statistical graphs with anomaly detection and threshold indicators in data analysis">
            <a:extLst>
              <a:ext uri="{FF2B5EF4-FFF2-40B4-BE49-F238E27FC236}">
                <a16:creationId xmlns:a16="http://schemas.microsoft.com/office/drawing/2014/main" id="{571BD7DD-8958-4886-9D6B-E79A35CC559E}"/>
              </a:ext>
            </a:extLst>
          </p:cNvPr>
          <p:cNvPicPr>
            <a:picLocks noGrp="1" noChangeAspect="1"/>
          </p:cNvPicPr>
          <p:nvPr>
            <p:ph type="pic" sz="quarter" idx="13"/>
          </p:nvPr>
        </p:nvPicPr>
        <p:blipFill>
          <a:blip r:embed="rId3"/>
          <a:srcRect l="14532" r="4880"/>
          <a:stretch>
            <a:fillRect/>
          </a:stretch>
        </p:blipFill>
        <p:spPr>
          <a:xfrm>
            <a:off x="20" y="10"/>
            <a:ext cx="7722272" cy="6396271"/>
          </a:xfrm>
          <a:prstGeom prst="rect">
            <a:avLst/>
          </a:prstGeom>
          <a:noFill/>
        </p:spPr>
      </p:pic>
      <p:sp>
        <p:nvSpPr>
          <p:cNvPr id="4" name="Content Placeholder 3">
            <a:extLst>
              <a:ext uri="{FF2B5EF4-FFF2-40B4-BE49-F238E27FC236}">
                <a16:creationId xmlns:a16="http://schemas.microsoft.com/office/drawing/2014/main" id="{C99F7AC2-D22D-9E00-CFEC-07A5522BE3D6}"/>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8191500" y="2276856"/>
            <a:ext cx="3433926" cy="3785616"/>
          </a:xfrm>
        </p:spPr>
        <p:txBody>
          <a:bodyPr>
            <a:normAutofit/>
          </a:bodyPr>
          <a:lstStyle/>
          <a:p>
            <a:pPr marL="0" indent="0">
              <a:lnSpc>
                <a:spcPct val="110000"/>
              </a:lnSpc>
              <a:spcBef>
                <a:spcPts val="2500"/>
              </a:spcBef>
              <a:buFont typeface="Arial" panose="020B0604020202020204" pitchFamily="34" charset="0"/>
              <a:buNone/>
            </a:pPr>
            <a:r>
              <a:rPr lang="en-US" sz="1400" b="1"/>
              <a:t>Normative Behavior Distributions</a:t>
            </a:r>
          </a:p>
          <a:p>
            <a:pPr marL="0" lvl="1" indent="0">
              <a:lnSpc>
                <a:spcPct val="110000"/>
              </a:lnSpc>
              <a:buFont typeface="Arial" panose="020B0604020202020204" pitchFamily="34" charset="0"/>
              <a:buNone/>
            </a:pPr>
            <a:r>
              <a:rPr lang="en-US" sz="1400"/>
              <a:t>Statistical models define expected behavior patterns to identify anomalies beyond confidence intervals.</a:t>
            </a:r>
          </a:p>
          <a:p>
            <a:pPr marL="0" indent="0">
              <a:lnSpc>
                <a:spcPct val="110000"/>
              </a:lnSpc>
              <a:spcBef>
                <a:spcPts val="2500"/>
              </a:spcBef>
              <a:buFont typeface="Arial" panose="020B0604020202020204" pitchFamily="34" charset="0"/>
              <a:buNone/>
            </a:pPr>
            <a:r>
              <a:rPr lang="en-US" sz="1400" b="1"/>
              <a:t>Dynamic Threshold Techniques</a:t>
            </a:r>
          </a:p>
          <a:p>
            <a:pPr marL="0" lvl="1" indent="0">
              <a:lnSpc>
                <a:spcPct val="110000"/>
              </a:lnSpc>
              <a:buFont typeface="Arial" panose="020B0604020202020204" pitchFamily="34" charset="0"/>
              <a:buNone/>
            </a:pPr>
            <a:r>
              <a:rPr lang="en-US" sz="1400"/>
              <a:t>Methods like z-score and moving averages set dynamic thresholds to detect significant data deviations.</a:t>
            </a:r>
          </a:p>
          <a:p>
            <a:pPr marL="0" indent="0">
              <a:lnSpc>
                <a:spcPct val="110000"/>
              </a:lnSpc>
              <a:spcBef>
                <a:spcPts val="2500"/>
              </a:spcBef>
              <a:buFont typeface="Arial" panose="020B0604020202020204" pitchFamily="34" charset="0"/>
              <a:buNone/>
            </a:pPr>
            <a:r>
              <a:rPr lang="en-US" sz="1400" b="1"/>
              <a:t>Calibration for Detection Accuracy</a:t>
            </a:r>
          </a:p>
          <a:p>
            <a:pPr marL="0" lvl="1" indent="0">
              <a:lnSpc>
                <a:spcPct val="110000"/>
              </a:lnSpc>
              <a:buFont typeface="Arial" panose="020B0604020202020204" pitchFamily="34" charset="0"/>
              <a:buNone/>
            </a:pPr>
            <a:r>
              <a:rPr lang="en-US" sz="1400"/>
              <a:t>Balancing sensitivity and false positives optimizes anomaly detection in noisy datasets.</a:t>
            </a:r>
          </a:p>
        </p:txBody>
      </p:sp>
      <p:sp>
        <p:nvSpPr>
          <p:cNvPr id="5" name="Footer Placeholder 4">
            <a:extLst>
              <a:ext uri="{FF2B5EF4-FFF2-40B4-BE49-F238E27FC236}">
                <a16:creationId xmlns:a16="http://schemas.microsoft.com/office/drawing/2014/main" id="{DCCCD7AB-49D2-080B-017C-012695283A38}"/>
              </a:ext>
            </a:extLst>
          </p:cNvPr>
          <p:cNvSpPr>
            <a:spLocks noGrp="1"/>
          </p:cNvSpPr>
          <p:nvPr>
            <p:ph type="ftr" sz="quarter" idx="11"/>
          </p:nvPr>
        </p:nvSpPr>
        <p:spPr>
          <a:xfrm>
            <a:off x="457200" y="6445997"/>
            <a:ext cx="3949302" cy="365125"/>
          </a:xfrm>
        </p:spPr>
        <p:txBody>
          <a:bodyPr anchor="ctr">
            <a:normAutofit/>
          </a:bodyPr>
          <a:lstStyle/>
          <a:p>
            <a:pPr>
              <a:spcAft>
                <a:spcPts val="600"/>
              </a:spcAft>
            </a:pPr>
            <a:r>
              <a:rPr lang="en-US"/>
              <a:t>Sample Footer Text</a:t>
            </a:r>
          </a:p>
        </p:txBody>
      </p:sp>
      <p:sp>
        <p:nvSpPr>
          <p:cNvPr id="6" name="Date Placeholder 5">
            <a:extLst>
              <a:ext uri="{FF2B5EF4-FFF2-40B4-BE49-F238E27FC236}">
                <a16:creationId xmlns:a16="http://schemas.microsoft.com/office/drawing/2014/main" id="{41FF37FC-F6FF-C78D-0962-CF053E4B2E96}"/>
              </a:ext>
            </a:extLst>
          </p:cNvPr>
          <p:cNvSpPr>
            <a:spLocks noGrp="1"/>
          </p:cNvSpPr>
          <p:nvPr>
            <p:ph type="dt" sz="half" idx="10"/>
          </p:nvPr>
        </p:nvSpPr>
        <p:spPr>
          <a:xfrm>
            <a:off x="9737594" y="6445997"/>
            <a:ext cx="1842115" cy="365125"/>
          </a:xfrm>
        </p:spPr>
        <p:txBody>
          <a:bodyPr anchor="ctr">
            <a:normAutofit/>
          </a:bodyPr>
          <a:lstStyle/>
          <a:p>
            <a:pPr>
              <a:spcAft>
                <a:spcPts val="600"/>
              </a:spcAft>
            </a:pPr>
            <a:fld id="{B20F022F-161E-41B9-A1BC-CC85E43B1AF4}" type="datetime1">
              <a:rPr lang="en-US" smtClean="0"/>
              <a:pPr>
                <a:spcAft>
                  <a:spcPts val="600"/>
                </a:spcAft>
              </a:pPr>
              <a:t>11/30/2025</a:t>
            </a:fld>
            <a:endParaRPr lang="en-US"/>
          </a:p>
        </p:txBody>
      </p:sp>
      <p:sp>
        <p:nvSpPr>
          <p:cNvPr id="7" name="Slide Number Placeholder 6">
            <a:extLst>
              <a:ext uri="{FF2B5EF4-FFF2-40B4-BE49-F238E27FC236}">
                <a16:creationId xmlns:a16="http://schemas.microsoft.com/office/drawing/2014/main" id="{4EB7031A-6F9F-F056-61C4-145BE150088F}"/>
              </a:ext>
            </a:extLst>
          </p:cNvPr>
          <p:cNvSpPr>
            <a:spLocks noGrp="1"/>
          </p:cNvSpPr>
          <p:nvPr>
            <p:ph type="sldNum" sz="quarter" idx="12"/>
          </p:nvPr>
        </p:nvSpPr>
        <p:spPr>
          <a:xfrm>
            <a:off x="11734800" y="6445997"/>
            <a:ext cx="457200" cy="365125"/>
          </a:xfrm>
        </p:spPr>
        <p:txBody>
          <a:bodyPr anchor="ctr">
            <a:normAutofit/>
          </a:bodyPr>
          <a:lstStyle/>
          <a:p>
            <a:pPr>
              <a:spcAft>
                <a:spcPts val="600"/>
              </a:spcAft>
            </a:pPr>
            <a:fld id="{DDF60B60-82CA-4BB9-BA6E-A62FADF2374B}" type="slidenum">
              <a:rPr lang="en-US" smtClean="0"/>
              <a:pPr>
                <a:spcAft>
                  <a:spcPts val="600"/>
                </a:spcAft>
              </a:pPr>
              <a:t>17</a:t>
            </a:fld>
            <a:endParaRPr lang="en-US"/>
          </a:p>
        </p:txBody>
      </p:sp>
    </p:spTree>
    <p:extLst>
      <p:ext uri="{BB962C8B-B14F-4D97-AF65-F5344CB8AC3E}">
        <p14:creationId xmlns:p14="http://schemas.microsoft.com/office/powerpoint/2010/main" val="357010303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F3A6A0-519A-094F-EE66-8F0AE029E07C}"/>
              </a:ext>
            </a:extLst>
          </p:cNvPr>
          <p:cNvSpPr>
            <a:spLocks noGrp="1"/>
          </p:cNvSpPr>
          <p:nvPr>
            <p:ph type="title"/>
          </p:nvPr>
        </p:nvSpPr>
        <p:spPr>
          <a:xfrm>
            <a:off x="8191500" y="458144"/>
            <a:ext cx="3433926" cy="1681551"/>
          </a:xfrm>
        </p:spPr>
        <p:txBody>
          <a:bodyPr anchor="b">
            <a:normAutofit/>
          </a:bodyPr>
          <a:lstStyle/>
          <a:p>
            <a:r>
              <a:rPr lang="en-US" sz="2700"/>
              <a:t>Integration of Domain Knowledge Into Anomaly Detection</a:t>
            </a:r>
          </a:p>
        </p:txBody>
      </p:sp>
      <p:pic>
        <p:nvPicPr>
          <p:cNvPr id="8" name="Content Placeholder 7" descr="Abstract illustration of anomaly detection with software versioning and rule-based filters in tech environment">
            <a:extLst>
              <a:ext uri="{FF2B5EF4-FFF2-40B4-BE49-F238E27FC236}">
                <a16:creationId xmlns:a16="http://schemas.microsoft.com/office/drawing/2014/main" id="{027139EE-E8D9-45E7-8F00-E9CB816FF016}"/>
              </a:ext>
            </a:extLst>
          </p:cNvPr>
          <p:cNvPicPr>
            <a:picLocks noGrp="1" noChangeAspect="1"/>
          </p:cNvPicPr>
          <p:nvPr>
            <p:ph type="pic" sz="quarter" idx="13"/>
          </p:nvPr>
        </p:nvPicPr>
        <p:blipFill>
          <a:blip r:embed="rId3"/>
          <a:stretch/>
        </p:blipFill>
        <p:spPr>
          <a:xfrm>
            <a:off x="0" y="620826"/>
            <a:ext cx="7722292" cy="5154629"/>
          </a:xfrm>
          <a:prstGeom prst="rect">
            <a:avLst/>
          </a:prstGeom>
          <a:noFill/>
        </p:spPr>
      </p:pic>
      <p:sp>
        <p:nvSpPr>
          <p:cNvPr id="4" name="Content Placeholder 3">
            <a:extLst>
              <a:ext uri="{FF2B5EF4-FFF2-40B4-BE49-F238E27FC236}">
                <a16:creationId xmlns:a16="http://schemas.microsoft.com/office/drawing/2014/main" id="{E7319ABC-0540-645D-F74F-4961198EE1BF}"/>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8191500" y="2276856"/>
            <a:ext cx="3433926" cy="3785616"/>
          </a:xfrm>
        </p:spPr>
        <p:txBody>
          <a:bodyPr>
            <a:normAutofit/>
          </a:bodyPr>
          <a:lstStyle/>
          <a:p>
            <a:pPr marL="0" indent="0">
              <a:lnSpc>
                <a:spcPct val="110000"/>
              </a:lnSpc>
              <a:spcBef>
                <a:spcPts val="2500"/>
              </a:spcBef>
              <a:buFont typeface="Arial" panose="020B0604020202020204" pitchFamily="34" charset="0"/>
              <a:buNone/>
            </a:pPr>
            <a:r>
              <a:rPr lang="en-US" sz="1300" b="1"/>
              <a:t>Contextualizing Anomalies with Expert Knowledge</a:t>
            </a:r>
          </a:p>
          <a:p>
            <a:pPr marL="0" lvl="1" indent="0">
              <a:lnSpc>
                <a:spcPct val="110000"/>
              </a:lnSpc>
              <a:buFont typeface="Arial" panose="020B0604020202020204" pitchFamily="34" charset="0"/>
              <a:buNone/>
            </a:pPr>
            <a:r>
              <a:rPr lang="en-US" sz="1300"/>
              <a:t>Expert knowledge on software policies helps contextualize anomalies and prioritize high-risk events effectively.</a:t>
            </a:r>
          </a:p>
          <a:p>
            <a:pPr marL="0" indent="0">
              <a:lnSpc>
                <a:spcPct val="110000"/>
              </a:lnSpc>
              <a:spcBef>
                <a:spcPts val="2500"/>
              </a:spcBef>
              <a:buFont typeface="Arial" panose="020B0604020202020204" pitchFamily="34" charset="0"/>
              <a:buNone/>
            </a:pPr>
            <a:r>
              <a:rPr lang="en-US" sz="1300" b="1"/>
              <a:t>Hybrid Detection Systems</a:t>
            </a:r>
          </a:p>
          <a:p>
            <a:pPr marL="0" lvl="1" indent="0">
              <a:lnSpc>
                <a:spcPct val="110000"/>
              </a:lnSpc>
              <a:buFont typeface="Arial" panose="020B0604020202020204" pitchFamily="34" charset="0"/>
              <a:buNone/>
            </a:pPr>
            <a:r>
              <a:rPr lang="en-US" sz="1300"/>
              <a:t>Combining automated detection with rule-based filters enhances detection precision and reduces false positives.</a:t>
            </a:r>
          </a:p>
          <a:p>
            <a:pPr marL="0" indent="0">
              <a:lnSpc>
                <a:spcPct val="110000"/>
              </a:lnSpc>
              <a:spcBef>
                <a:spcPts val="2500"/>
              </a:spcBef>
              <a:buFont typeface="Arial" panose="020B0604020202020204" pitchFamily="34" charset="0"/>
              <a:buNone/>
            </a:pPr>
            <a:r>
              <a:rPr lang="en-US" sz="1300" b="1"/>
              <a:t>Informed Feature Engineering</a:t>
            </a:r>
          </a:p>
          <a:p>
            <a:pPr marL="0" lvl="1" indent="0">
              <a:lnSpc>
                <a:spcPct val="110000"/>
              </a:lnSpc>
              <a:buFont typeface="Arial" panose="020B0604020202020204" pitchFamily="34" charset="0"/>
              <a:buNone/>
            </a:pPr>
            <a:r>
              <a:rPr lang="en-US" sz="1300"/>
              <a:t>Domain knowledge guides feature engineering and interpretation of anomalies for effective operational responses.</a:t>
            </a:r>
          </a:p>
        </p:txBody>
      </p:sp>
      <p:sp>
        <p:nvSpPr>
          <p:cNvPr id="5" name="Footer Placeholder 4">
            <a:extLst>
              <a:ext uri="{FF2B5EF4-FFF2-40B4-BE49-F238E27FC236}">
                <a16:creationId xmlns:a16="http://schemas.microsoft.com/office/drawing/2014/main" id="{50B938D2-0B87-15F9-E0F2-0B81BADF012A}"/>
              </a:ext>
            </a:extLst>
          </p:cNvPr>
          <p:cNvSpPr>
            <a:spLocks noGrp="1"/>
          </p:cNvSpPr>
          <p:nvPr>
            <p:ph type="ftr" sz="quarter" idx="11"/>
          </p:nvPr>
        </p:nvSpPr>
        <p:spPr>
          <a:xfrm>
            <a:off x="457200" y="6445997"/>
            <a:ext cx="3949302" cy="365125"/>
          </a:xfrm>
        </p:spPr>
        <p:txBody>
          <a:bodyPr anchor="ctr">
            <a:normAutofit/>
          </a:bodyPr>
          <a:lstStyle/>
          <a:p>
            <a:pPr>
              <a:spcAft>
                <a:spcPts val="600"/>
              </a:spcAft>
            </a:pPr>
            <a:r>
              <a:rPr lang="en-US"/>
              <a:t>Sample Footer Text</a:t>
            </a:r>
          </a:p>
        </p:txBody>
      </p:sp>
      <p:sp>
        <p:nvSpPr>
          <p:cNvPr id="6" name="Date Placeholder 5">
            <a:extLst>
              <a:ext uri="{FF2B5EF4-FFF2-40B4-BE49-F238E27FC236}">
                <a16:creationId xmlns:a16="http://schemas.microsoft.com/office/drawing/2014/main" id="{7A248E16-DDE3-7C61-13E5-EE470C172416}"/>
              </a:ext>
            </a:extLst>
          </p:cNvPr>
          <p:cNvSpPr>
            <a:spLocks noGrp="1"/>
          </p:cNvSpPr>
          <p:nvPr>
            <p:ph type="dt" sz="half" idx="10"/>
          </p:nvPr>
        </p:nvSpPr>
        <p:spPr>
          <a:xfrm>
            <a:off x="9737594" y="6445997"/>
            <a:ext cx="1842115" cy="365125"/>
          </a:xfrm>
        </p:spPr>
        <p:txBody>
          <a:bodyPr anchor="ctr">
            <a:normAutofit/>
          </a:bodyPr>
          <a:lstStyle/>
          <a:p>
            <a:pPr>
              <a:spcAft>
                <a:spcPts val="600"/>
              </a:spcAft>
            </a:pPr>
            <a:fld id="{B20F022F-161E-41B9-A1BC-CC85E43B1AF4}" type="datetime1">
              <a:rPr lang="en-US" smtClean="0"/>
              <a:pPr>
                <a:spcAft>
                  <a:spcPts val="600"/>
                </a:spcAft>
              </a:pPr>
              <a:t>11/30/2025</a:t>
            </a:fld>
            <a:endParaRPr lang="en-US"/>
          </a:p>
        </p:txBody>
      </p:sp>
      <p:sp>
        <p:nvSpPr>
          <p:cNvPr id="7" name="Slide Number Placeholder 6">
            <a:extLst>
              <a:ext uri="{FF2B5EF4-FFF2-40B4-BE49-F238E27FC236}">
                <a16:creationId xmlns:a16="http://schemas.microsoft.com/office/drawing/2014/main" id="{1E949104-8A96-E2AB-77BE-C1B1E0BB18D7}"/>
              </a:ext>
            </a:extLst>
          </p:cNvPr>
          <p:cNvSpPr>
            <a:spLocks noGrp="1"/>
          </p:cNvSpPr>
          <p:nvPr>
            <p:ph type="sldNum" sz="quarter" idx="12"/>
          </p:nvPr>
        </p:nvSpPr>
        <p:spPr>
          <a:xfrm>
            <a:off x="11734800" y="6445997"/>
            <a:ext cx="457200" cy="365125"/>
          </a:xfrm>
        </p:spPr>
        <p:txBody>
          <a:bodyPr anchor="ctr">
            <a:normAutofit/>
          </a:bodyPr>
          <a:lstStyle/>
          <a:p>
            <a:pPr>
              <a:spcAft>
                <a:spcPts val="600"/>
              </a:spcAft>
            </a:pPr>
            <a:fld id="{DDF60B60-82CA-4BB9-BA6E-A62FADF2374B}" type="slidenum">
              <a:rPr lang="en-US" smtClean="0"/>
              <a:pPr>
                <a:spcAft>
                  <a:spcPts val="600"/>
                </a:spcAft>
              </a:pPr>
              <a:t>18</a:t>
            </a:fld>
            <a:endParaRPr lang="en-US"/>
          </a:p>
        </p:txBody>
      </p:sp>
    </p:spTree>
    <p:extLst>
      <p:ext uri="{BB962C8B-B14F-4D97-AF65-F5344CB8AC3E}">
        <p14:creationId xmlns:p14="http://schemas.microsoft.com/office/powerpoint/2010/main" val="173931882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684AF0-1FB9-3B07-94BF-1B0CE4A16FD1}"/>
              </a:ext>
            </a:extLst>
          </p:cNvPr>
          <p:cNvSpPr>
            <a:spLocks noGrp="1"/>
          </p:cNvSpPr>
          <p:nvPr>
            <p:ph type="title"/>
          </p:nvPr>
        </p:nvSpPr>
        <p:spPr>
          <a:xfrm>
            <a:off x="457200" y="2968607"/>
            <a:ext cx="8932653" cy="3450568"/>
          </a:xfrm>
        </p:spPr>
        <p:txBody>
          <a:bodyPr anchor="b">
            <a:normAutofit/>
          </a:bodyPr>
          <a:lstStyle/>
          <a:p>
            <a:r>
              <a:rPr lang="en-US"/>
              <a:t>Implementation and Evaluation of Detection Systems</a:t>
            </a:r>
          </a:p>
        </p:txBody>
      </p:sp>
      <p:sp>
        <p:nvSpPr>
          <p:cNvPr id="4" name="Footer Placeholder 3">
            <a:extLst>
              <a:ext uri="{FF2B5EF4-FFF2-40B4-BE49-F238E27FC236}">
                <a16:creationId xmlns:a16="http://schemas.microsoft.com/office/drawing/2014/main" id="{F2709B3C-1783-D3AC-35BD-CC5070D75270}"/>
              </a:ext>
            </a:extLst>
          </p:cNvPr>
          <p:cNvSpPr>
            <a:spLocks noGrp="1"/>
          </p:cNvSpPr>
          <p:nvPr>
            <p:ph type="ftr" sz="quarter" idx="11"/>
          </p:nvPr>
        </p:nvSpPr>
        <p:spPr>
          <a:xfrm>
            <a:off x="457200" y="6445997"/>
            <a:ext cx="3751081" cy="365125"/>
          </a:xfrm>
        </p:spPr>
        <p:txBody>
          <a:bodyPr anchor="ctr">
            <a:normAutofit/>
          </a:bodyPr>
          <a:lstStyle/>
          <a:p>
            <a:pPr>
              <a:spcAft>
                <a:spcPts val="600"/>
              </a:spcAft>
            </a:pPr>
            <a:r>
              <a:rPr lang="en-US"/>
              <a:t>Sample Footer Text</a:t>
            </a:r>
          </a:p>
        </p:txBody>
      </p:sp>
      <p:sp>
        <p:nvSpPr>
          <p:cNvPr id="5" name="Date Placeholder 4">
            <a:extLst>
              <a:ext uri="{FF2B5EF4-FFF2-40B4-BE49-F238E27FC236}">
                <a16:creationId xmlns:a16="http://schemas.microsoft.com/office/drawing/2014/main" id="{2181489D-A0CB-75BC-567B-91A1AEED719D}"/>
              </a:ext>
            </a:extLst>
          </p:cNvPr>
          <p:cNvSpPr>
            <a:spLocks noGrp="1"/>
          </p:cNvSpPr>
          <p:nvPr>
            <p:ph type="dt" sz="half" idx="10"/>
          </p:nvPr>
        </p:nvSpPr>
        <p:spPr>
          <a:xfrm>
            <a:off x="9737594" y="6445997"/>
            <a:ext cx="1842115" cy="365125"/>
          </a:xfrm>
        </p:spPr>
        <p:txBody>
          <a:bodyPr anchor="ctr">
            <a:normAutofit/>
          </a:bodyPr>
          <a:lstStyle/>
          <a:p>
            <a:pPr>
              <a:spcAft>
                <a:spcPts val="600"/>
              </a:spcAft>
            </a:pPr>
            <a:fld id="{8A278C13-F8B8-4237-9811-6A882F130BDA}" type="datetime1">
              <a:rPr lang="en-US" smtClean="0"/>
              <a:pPr>
                <a:spcAft>
                  <a:spcPts val="600"/>
                </a:spcAft>
              </a:pPr>
              <a:t>11/30/2025</a:t>
            </a:fld>
            <a:endParaRPr lang="en-US"/>
          </a:p>
        </p:txBody>
      </p:sp>
      <p:sp>
        <p:nvSpPr>
          <p:cNvPr id="6" name="Slide Number Placeholder 5">
            <a:extLst>
              <a:ext uri="{FF2B5EF4-FFF2-40B4-BE49-F238E27FC236}">
                <a16:creationId xmlns:a16="http://schemas.microsoft.com/office/drawing/2014/main" id="{B435BDA7-6278-BF49-4650-7B4E856106EF}"/>
              </a:ext>
            </a:extLst>
          </p:cNvPr>
          <p:cNvSpPr>
            <a:spLocks noGrp="1"/>
          </p:cNvSpPr>
          <p:nvPr>
            <p:ph type="sldNum" sz="quarter" idx="12"/>
          </p:nvPr>
        </p:nvSpPr>
        <p:spPr>
          <a:xfrm>
            <a:off x="11734800" y="6445997"/>
            <a:ext cx="457200" cy="365125"/>
          </a:xfrm>
        </p:spPr>
        <p:txBody>
          <a:bodyPr anchor="ctr">
            <a:normAutofit/>
          </a:bodyPr>
          <a:lstStyle/>
          <a:p>
            <a:pPr>
              <a:spcAft>
                <a:spcPts val="600"/>
              </a:spcAft>
            </a:pPr>
            <a:fld id="{DDF60B60-82CA-4BB9-BA6E-A62FADF2374B}" type="slidenum">
              <a:rPr lang="en-US" smtClean="0"/>
              <a:pPr>
                <a:spcAft>
                  <a:spcPts val="600"/>
                </a:spcAft>
              </a:pPr>
              <a:t>19</a:t>
            </a:fld>
            <a:endParaRPr lang="en-US"/>
          </a:p>
        </p:txBody>
      </p:sp>
    </p:spTree>
    <p:extLst>
      <p:ext uri="{BB962C8B-B14F-4D97-AF65-F5344CB8AC3E}">
        <p14:creationId xmlns:p14="http://schemas.microsoft.com/office/powerpoint/2010/main" val="422770600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7C19A8-363D-7A30-2F56-C6701628E852}"/>
              </a:ext>
            </a:extLst>
          </p:cNvPr>
          <p:cNvSpPr>
            <a:spLocks noGrp="1"/>
          </p:cNvSpPr>
          <p:nvPr>
            <p:ph type="title"/>
          </p:nvPr>
        </p:nvSpPr>
        <p:spPr>
          <a:xfrm>
            <a:off x="7739922" y="458144"/>
            <a:ext cx="3909536" cy="1485873"/>
          </a:xfrm>
        </p:spPr>
        <p:txBody>
          <a:bodyPr anchor="b">
            <a:normAutofit/>
          </a:bodyPr>
          <a:lstStyle/>
          <a:p>
            <a:r>
              <a:rPr lang="en-US" sz="3000"/>
              <a:t>Building a Machine Learning Pipeline for Anomaly Detection</a:t>
            </a:r>
          </a:p>
        </p:txBody>
      </p:sp>
      <p:pic>
        <p:nvPicPr>
          <p:cNvPr id="8" name="Content Placeholder 7" descr="Illustration of machine learning pipeline with data flow, model training, anomaly detection, and alert systems">
            <a:extLst>
              <a:ext uri="{FF2B5EF4-FFF2-40B4-BE49-F238E27FC236}">
                <a16:creationId xmlns:a16="http://schemas.microsoft.com/office/drawing/2014/main" id="{8DF51F06-A22A-4298-8456-C5C16D7BB7FA}"/>
              </a:ext>
            </a:extLst>
          </p:cNvPr>
          <p:cNvPicPr>
            <a:picLocks noGrp="1" noChangeAspect="1"/>
          </p:cNvPicPr>
          <p:nvPr>
            <p:ph type="pic" sz="quarter" idx="13"/>
          </p:nvPr>
        </p:nvPicPr>
        <p:blipFill>
          <a:blip r:embed="rId3"/>
          <a:srcRect l="24149"/>
          <a:stretch>
            <a:fillRect/>
          </a:stretch>
        </p:blipFill>
        <p:spPr>
          <a:xfrm>
            <a:off x="20" y="10"/>
            <a:ext cx="7268376" cy="6396271"/>
          </a:xfrm>
          <a:prstGeom prst="rect">
            <a:avLst/>
          </a:prstGeom>
          <a:noFill/>
        </p:spPr>
      </p:pic>
      <p:sp>
        <p:nvSpPr>
          <p:cNvPr id="4" name="Content Placeholder 3">
            <a:extLst>
              <a:ext uri="{FF2B5EF4-FFF2-40B4-BE49-F238E27FC236}">
                <a16:creationId xmlns:a16="http://schemas.microsoft.com/office/drawing/2014/main" id="{701FF4D7-4FAE-A5FB-41A2-702B38BE1946}"/>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739922" y="2463789"/>
            <a:ext cx="3909534" cy="3561091"/>
          </a:xfrm>
        </p:spPr>
        <p:txBody>
          <a:bodyPr>
            <a:normAutofit/>
          </a:bodyPr>
          <a:lstStyle/>
          <a:p>
            <a:pPr marL="0" indent="0">
              <a:lnSpc>
                <a:spcPct val="110000"/>
              </a:lnSpc>
              <a:spcBef>
                <a:spcPts val="2500"/>
              </a:spcBef>
              <a:buFont typeface="Arial" panose="020B0604020202020204" pitchFamily="34" charset="0"/>
              <a:buNone/>
            </a:pPr>
            <a:r>
              <a:rPr lang="en-US" sz="1400" b="1"/>
              <a:t>Pipeline Components</a:t>
            </a:r>
          </a:p>
          <a:p>
            <a:pPr marL="0" lvl="1" indent="0">
              <a:lnSpc>
                <a:spcPct val="110000"/>
              </a:lnSpc>
              <a:buFont typeface="Arial" panose="020B0604020202020204" pitchFamily="34" charset="0"/>
              <a:buNone/>
            </a:pPr>
            <a:r>
              <a:rPr lang="en-US" sz="1400"/>
              <a:t>Includes data ingestion, preprocessing, feature extraction, model training, anomaly scoring, and alert generation steps.</a:t>
            </a:r>
          </a:p>
          <a:p>
            <a:pPr marL="0" indent="0">
              <a:lnSpc>
                <a:spcPct val="110000"/>
              </a:lnSpc>
              <a:spcBef>
                <a:spcPts val="2500"/>
              </a:spcBef>
              <a:buFont typeface="Arial" panose="020B0604020202020204" pitchFamily="34" charset="0"/>
              <a:buNone/>
            </a:pPr>
            <a:r>
              <a:rPr lang="en-US" sz="1400" b="1"/>
              <a:t>Design Considerations</a:t>
            </a:r>
          </a:p>
          <a:p>
            <a:pPr marL="0" lvl="1" indent="0">
              <a:lnSpc>
                <a:spcPct val="110000"/>
              </a:lnSpc>
              <a:buFont typeface="Arial" panose="020B0604020202020204" pitchFamily="34" charset="0"/>
              <a:buNone/>
            </a:pPr>
            <a:r>
              <a:rPr lang="en-US" sz="1400"/>
              <a:t>Automation, scalability, and fault tolerance are essential for reliable production deployment.</a:t>
            </a:r>
          </a:p>
          <a:p>
            <a:pPr marL="0" indent="0">
              <a:lnSpc>
                <a:spcPct val="110000"/>
              </a:lnSpc>
              <a:spcBef>
                <a:spcPts val="2500"/>
              </a:spcBef>
              <a:buFont typeface="Arial" panose="020B0604020202020204" pitchFamily="34" charset="0"/>
              <a:buNone/>
            </a:pPr>
            <a:r>
              <a:rPr lang="en-US" sz="1400" b="1"/>
              <a:t>Continuous Improvement</a:t>
            </a:r>
          </a:p>
          <a:p>
            <a:pPr marL="0" lvl="1" indent="0">
              <a:lnSpc>
                <a:spcPct val="110000"/>
              </a:lnSpc>
              <a:buFont typeface="Arial" panose="020B0604020202020204" pitchFamily="34" charset="0"/>
              <a:buNone/>
            </a:pPr>
            <a:r>
              <a:rPr lang="en-US" sz="1400"/>
              <a:t>Feedback integration and retraining help handle evolving update patterns and concept drift effectively.</a:t>
            </a:r>
          </a:p>
        </p:txBody>
      </p:sp>
      <p:sp>
        <p:nvSpPr>
          <p:cNvPr id="5" name="Footer Placeholder 4">
            <a:extLst>
              <a:ext uri="{FF2B5EF4-FFF2-40B4-BE49-F238E27FC236}">
                <a16:creationId xmlns:a16="http://schemas.microsoft.com/office/drawing/2014/main" id="{984C7D49-6ED6-DE9B-4551-638EAEF5E664}"/>
              </a:ext>
            </a:extLst>
          </p:cNvPr>
          <p:cNvSpPr>
            <a:spLocks noGrp="1"/>
          </p:cNvSpPr>
          <p:nvPr>
            <p:ph type="ftr" sz="quarter" idx="11"/>
          </p:nvPr>
        </p:nvSpPr>
        <p:spPr>
          <a:xfrm>
            <a:off x="457200" y="6445997"/>
            <a:ext cx="3949302" cy="365125"/>
          </a:xfrm>
        </p:spPr>
        <p:txBody>
          <a:bodyPr anchor="ctr">
            <a:normAutofit/>
          </a:bodyPr>
          <a:lstStyle/>
          <a:p>
            <a:pPr>
              <a:spcAft>
                <a:spcPts val="600"/>
              </a:spcAft>
            </a:pPr>
            <a:r>
              <a:rPr lang="en-US"/>
              <a:t>Sample Footer Text</a:t>
            </a:r>
          </a:p>
        </p:txBody>
      </p:sp>
      <p:sp>
        <p:nvSpPr>
          <p:cNvPr id="6" name="Date Placeholder 5">
            <a:extLst>
              <a:ext uri="{FF2B5EF4-FFF2-40B4-BE49-F238E27FC236}">
                <a16:creationId xmlns:a16="http://schemas.microsoft.com/office/drawing/2014/main" id="{E800EC31-D0E1-41DE-A88F-D8E5756D0732}"/>
              </a:ext>
            </a:extLst>
          </p:cNvPr>
          <p:cNvSpPr>
            <a:spLocks noGrp="1"/>
          </p:cNvSpPr>
          <p:nvPr>
            <p:ph type="dt" sz="half" idx="10"/>
          </p:nvPr>
        </p:nvSpPr>
        <p:spPr>
          <a:xfrm>
            <a:off x="9737594" y="6445997"/>
            <a:ext cx="1842115" cy="365125"/>
          </a:xfrm>
        </p:spPr>
        <p:txBody>
          <a:bodyPr anchor="ctr">
            <a:normAutofit/>
          </a:bodyPr>
          <a:lstStyle/>
          <a:p>
            <a:pPr>
              <a:spcAft>
                <a:spcPts val="600"/>
              </a:spcAft>
            </a:pPr>
            <a:fld id="{B20F022F-161E-41B9-A1BC-CC85E43B1AF4}" type="datetime1">
              <a:rPr lang="en-US" smtClean="0"/>
              <a:pPr>
                <a:spcAft>
                  <a:spcPts val="600"/>
                </a:spcAft>
              </a:pPr>
              <a:t>11/30/2025</a:t>
            </a:fld>
            <a:endParaRPr lang="en-US"/>
          </a:p>
        </p:txBody>
      </p:sp>
      <p:sp>
        <p:nvSpPr>
          <p:cNvPr id="7" name="Slide Number Placeholder 6">
            <a:extLst>
              <a:ext uri="{FF2B5EF4-FFF2-40B4-BE49-F238E27FC236}">
                <a16:creationId xmlns:a16="http://schemas.microsoft.com/office/drawing/2014/main" id="{6542C615-BBB1-285A-5605-5C2C82015227}"/>
              </a:ext>
            </a:extLst>
          </p:cNvPr>
          <p:cNvSpPr>
            <a:spLocks noGrp="1"/>
          </p:cNvSpPr>
          <p:nvPr>
            <p:ph type="sldNum" sz="quarter" idx="12"/>
          </p:nvPr>
        </p:nvSpPr>
        <p:spPr>
          <a:xfrm>
            <a:off x="11734800" y="6445997"/>
            <a:ext cx="457200" cy="365125"/>
          </a:xfrm>
        </p:spPr>
        <p:txBody>
          <a:bodyPr anchor="ctr">
            <a:normAutofit/>
          </a:bodyPr>
          <a:lstStyle/>
          <a:p>
            <a:pPr>
              <a:spcAft>
                <a:spcPts val="600"/>
              </a:spcAft>
            </a:pPr>
            <a:fld id="{DDF60B60-82CA-4BB9-BA6E-A62FADF2374B}" type="slidenum">
              <a:rPr lang="en-US" smtClean="0"/>
              <a:pPr>
                <a:spcAft>
                  <a:spcPts val="600"/>
                </a:spcAft>
              </a:pPr>
              <a:t>20</a:t>
            </a:fld>
            <a:endParaRPr lang="en-US"/>
          </a:p>
        </p:txBody>
      </p:sp>
    </p:spTree>
    <p:extLst>
      <p:ext uri="{BB962C8B-B14F-4D97-AF65-F5344CB8AC3E}">
        <p14:creationId xmlns:p14="http://schemas.microsoft.com/office/powerpoint/2010/main" val="314781293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B46EEE-E904-913E-E285-526E831DA09A}"/>
              </a:ext>
            </a:extLst>
          </p:cNvPr>
          <p:cNvSpPr>
            <a:spLocks noGrp="1"/>
          </p:cNvSpPr>
          <p:nvPr>
            <p:ph type="title"/>
          </p:nvPr>
        </p:nvSpPr>
        <p:spPr>
          <a:xfrm>
            <a:off x="7739922" y="458144"/>
            <a:ext cx="3909536" cy="1485873"/>
          </a:xfrm>
        </p:spPr>
        <p:txBody>
          <a:bodyPr anchor="b">
            <a:normAutofit/>
          </a:bodyPr>
          <a:lstStyle/>
          <a:p>
            <a:r>
              <a:rPr lang="en-US"/>
              <a:t>Validation Metrics and Performance Evaluation</a:t>
            </a:r>
          </a:p>
        </p:txBody>
      </p:sp>
      <p:pic>
        <p:nvPicPr>
          <p:cNvPr id="8" name="Content Placeholder 7" descr="Charts and graphs illustrating precision, recall, F1-score, ROC-AUC, and validation techniques">
            <a:extLst>
              <a:ext uri="{FF2B5EF4-FFF2-40B4-BE49-F238E27FC236}">
                <a16:creationId xmlns:a16="http://schemas.microsoft.com/office/drawing/2014/main" id="{5DE0EBF8-E9DA-4ACD-B6DF-EDD035F24309}"/>
              </a:ext>
            </a:extLst>
          </p:cNvPr>
          <p:cNvPicPr>
            <a:picLocks noGrp="1" noChangeAspect="1"/>
          </p:cNvPicPr>
          <p:nvPr>
            <p:ph type="pic" sz="quarter" idx="13"/>
          </p:nvPr>
        </p:nvPicPr>
        <p:blipFill>
          <a:blip r:embed="rId3"/>
          <a:srcRect l="9760" r="14388"/>
          <a:stretch>
            <a:fillRect/>
          </a:stretch>
        </p:blipFill>
        <p:spPr>
          <a:xfrm>
            <a:off x="20" y="10"/>
            <a:ext cx="7268376" cy="6396271"/>
          </a:xfrm>
          <a:prstGeom prst="rect">
            <a:avLst/>
          </a:prstGeom>
          <a:noFill/>
        </p:spPr>
      </p:pic>
      <p:sp>
        <p:nvSpPr>
          <p:cNvPr id="4" name="Content Placeholder 3">
            <a:extLst>
              <a:ext uri="{FF2B5EF4-FFF2-40B4-BE49-F238E27FC236}">
                <a16:creationId xmlns:a16="http://schemas.microsoft.com/office/drawing/2014/main" id="{389CC69C-464C-C380-3116-761A361C03AF}"/>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739922" y="2463789"/>
            <a:ext cx="3909534" cy="3561091"/>
          </a:xfrm>
        </p:spPr>
        <p:txBody>
          <a:bodyPr>
            <a:normAutofit/>
          </a:bodyPr>
          <a:lstStyle/>
          <a:p>
            <a:pPr marL="0" indent="0">
              <a:lnSpc>
                <a:spcPct val="110000"/>
              </a:lnSpc>
              <a:spcBef>
                <a:spcPts val="2500"/>
              </a:spcBef>
              <a:buFont typeface="Arial" panose="020B0604020202020204" pitchFamily="34" charset="0"/>
              <a:buNone/>
            </a:pPr>
            <a:r>
              <a:rPr lang="en-US" sz="1300" b="1"/>
              <a:t>Key Evaluation Metrics</a:t>
            </a:r>
          </a:p>
          <a:p>
            <a:pPr marL="0" lvl="1" indent="0">
              <a:lnSpc>
                <a:spcPct val="110000"/>
              </a:lnSpc>
              <a:buFont typeface="Arial" panose="020B0604020202020204" pitchFamily="34" charset="0"/>
              <a:buNone/>
            </a:pPr>
            <a:r>
              <a:rPr lang="en-US" sz="1300"/>
              <a:t>Precision, recall, F1-score, ROC-AUC, and confusion matrices are standard metrics used to assess detection quality effectively.</a:t>
            </a:r>
          </a:p>
          <a:p>
            <a:pPr marL="0" indent="0">
              <a:lnSpc>
                <a:spcPct val="110000"/>
              </a:lnSpc>
              <a:spcBef>
                <a:spcPts val="2500"/>
              </a:spcBef>
              <a:buFont typeface="Arial" panose="020B0604020202020204" pitchFamily="34" charset="0"/>
              <a:buNone/>
            </a:pPr>
            <a:r>
              <a:rPr lang="en-US" sz="1300" b="1"/>
              <a:t>Focus on Minority Classes</a:t>
            </a:r>
          </a:p>
          <a:p>
            <a:pPr marL="0" lvl="1" indent="0">
              <a:lnSpc>
                <a:spcPct val="110000"/>
              </a:lnSpc>
              <a:buFont typeface="Arial" panose="020B0604020202020204" pitchFamily="34" charset="0"/>
              <a:buNone/>
            </a:pPr>
            <a:r>
              <a:rPr lang="en-US" sz="1300"/>
              <a:t>In imbalanced anomaly datasets, metrics like recall and F1-score highlight the detection of minority classes for better accuracy.</a:t>
            </a:r>
          </a:p>
          <a:p>
            <a:pPr marL="0" indent="0">
              <a:lnSpc>
                <a:spcPct val="110000"/>
              </a:lnSpc>
              <a:spcBef>
                <a:spcPts val="2500"/>
              </a:spcBef>
              <a:buFont typeface="Arial" panose="020B0604020202020204" pitchFamily="34" charset="0"/>
              <a:buNone/>
            </a:pPr>
            <a:r>
              <a:rPr lang="en-US" sz="1300" b="1"/>
              <a:t>Robustness Through Validation</a:t>
            </a:r>
          </a:p>
          <a:p>
            <a:pPr marL="0" lvl="1" indent="0">
              <a:lnSpc>
                <a:spcPct val="110000"/>
              </a:lnSpc>
              <a:buFont typeface="Arial" panose="020B0604020202020204" pitchFamily="34" charset="0"/>
              <a:buNone/>
            </a:pPr>
            <a:r>
              <a:rPr lang="en-US" sz="1300"/>
              <a:t>Cross-validation, temporal splits, and real-world testing help ensure model robustness and generalization across scenarios.</a:t>
            </a:r>
          </a:p>
        </p:txBody>
      </p:sp>
      <p:sp>
        <p:nvSpPr>
          <p:cNvPr id="5" name="Footer Placeholder 4">
            <a:extLst>
              <a:ext uri="{FF2B5EF4-FFF2-40B4-BE49-F238E27FC236}">
                <a16:creationId xmlns:a16="http://schemas.microsoft.com/office/drawing/2014/main" id="{A5BD6883-8437-1725-9319-B075F2259CA3}"/>
              </a:ext>
            </a:extLst>
          </p:cNvPr>
          <p:cNvSpPr>
            <a:spLocks noGrp="1"/>
          </p:cNvSpPr>
          <p:nvPr>
            <p:ph type="ftr" sz="quarter" idx="11"/>
          </p:nvPr>
        </p:nvSpPr>
        <p:spPr>
          <a:xfrm>
            <a:off x="457200" y="6445997"/>
            <a:ext cx="3949302" cy="365125"/>
          </a:xfrm>
        </p:spPr>
        <p:txBody>
          <a:bodyPr anchor="ctr">
            <a:normAutofit/>
          </a:bodyPr>
          <a:lstStyle/>
          <a:p>
            <a:pPr>
              <a:spcAft>
                <a:spcPts val="600"/>
              </a:spcAft>
            </a:pPr>
            <a:r>
              <a:rPr lang="en-US"/>
              <a:t>Sample Footer Text</a:t>
            </a:r>
          </a:p>
        </p:txBody>
      </p:sp>
      <p:sp>
        <p:nvSpPr>
          <p:cNvPr id="6" name="Date Placeholder 5">
            <a:extLst>
              <a:ext uri="{FF2B5EF4-FFF2-40B4-BE49-F238E27FC236}">
                <a16:creationId xmlns:a16="http://schemas.microsoft.com/office/drawing/2014/main" id="{E3B72B33-A105-C405-D520-0A74699F0269}"/>
              </a:ext>
            </a:extLst>
          </p:cNvPr>
          <p:cNvSpPr>
            <a:spLocks noGrp="1"/>
          </p:cNvSpPr>
          <p:nvPr>
            <p:ph type="dt" sz="half" idx="10"/>
          </p:nvPr>
        </p:nvSpPr>
        <p:spPr>
          <a:xfrm>
            <a:off x="9737594" y="6445997"/>
            <a:ext cx="1842115" cy="365125"/>
          </a:xfrm>
        </p:spPr>
        <p:txBody>
          <a:bodyPr anchor="ctr">
            <a:normAutofit/>
          </a:bodyPr>
          <a:lstStyle/>
          <a:p>
            <a:pPr>
              <a:spcAft>
                <a:spcPts val="600"/>
              </a:spcAft>
            </a:pPr>
            <a:fld id="{B20F022F-161E-41B9-A1BC-CC85E43B1AF4}" type="datetime1">
              <a:rPr lang="en-US" smtClean="0"/>
              <a:pPr>
                <a:spcAft>
                  <a:spcPts val="600"/>
                </a:spcAft>
              </a:pPr>
              <a:t>11/30/2025</a:t>
            </a:fld>
            <a:endParaRPr lang="en-US"/>
          </a:p>
        </p:txBody>
      </p:sp>
      <p:sp>
        <p:nvSpPr>
          <p:cNvPr id="7" name="Slide Number Placeholder 6">
            <a:extLst>
              <a:ext uri="{FF2B5EF4-FFF2-40B4-BE49-F238E27FC236}">
                <a16:creationId xmlns:a16="http://schemas.microsoft.com/office/drawing/2014/main" id="{D9FF8CD2-9B13-8C4E-03A9-25AD5F2CA052}"/>
              </a:ext>
            </a:extLst>
          </p:cNvPr>
          <p:cNvSpPr>
            <a:spLocks noGrp="1"/>
          </p:cNvSpPr>
          <p:nvPr>
            <p:ph type="sldNum" sz="quarter" idx="12"/>
          </p:nvPr>
        </p:nvSpPr>
        <p:spPr>
          <a:xfrm>
            <a:off x="11734800" y="6445997"/>
            <a:ext cx="457200" cy="365125"/>
          </a:xfrm>
        </p:spPr>
        <p:txBody>
          <a:bodyPr anchor="ctr">
            <a:normAutofit/>
          </a:bodyPr>
          <a:lstStyle/>
          <a:p>
            <a:pPr>
              <a:spcAft>
                <a:spcPts val="600"/>
              </a:spcAft>
            </a:pPr>
            <a:fld id="{DDF60B60-82CA-4BB9-BA6E-A62FADF2374B}" type="slidenum">
              <a:rPr lang="en-US" smtClean="0"/>
              <a:pPr>
                <a:spcAft>
                  <a:spcPts val="600"/>
                </a:spcAft>
              </a:pPr>
              <a:t>21</a:t>
            </a:fld>
            <a:endParaRPr lang="en-US"/>
          </a:p>
        </p:txBody>
      </p:sp>
    </p:spTree>
    <p:extLst>
      <p:ext uri="{BB962C8B-B14F-4D97-AF65-F5344CB8AC3E}">
        <p14:creationId xmlns:p14="http://schemas.microsoft.com/office/powerpoint/2010/main" val="288296083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765673-34C9-694E-BCAF-EEED949F5282}"/>
              </a:ext>
            </a:extLst>
          </p:cNvPr>
          <p:cNvSpPr>
            <a:spLocks noGrp="1"/>
          </p:cNvSpPr>
          <p:nvPr>
            <p:ph type="title"/>
          </p:nvPr>
        </p:nvSpPr>
        <p:spPr>
          <a:xfrm>
            <a:off x="457199" y="377072"/>
            <a:ext cx="4958078" cy="1225485"/>
          </a:xfrm>
        </p:spPr>
        <p:txBody>
          <a:bodyPr anchor="t">
            <a:normAutofit/>
          </a:bodyPr>
          <a:lstStyle/>
          <a:p>
            <a:r>
              <a:rPr lang="en-US"/>
              <a:t>Case Studies and Lessons Learned</a:t>
            </a:r>
          </a:p>
        </p:txBody>
      </p:sp>
      <p:pic>
        <p:nvPicPr>
          <p:cNvPr id="8" name="Content Placeholder 7" descr="Abstract illustration of data analysis, feedback loops, and adaptive monitoring in software systems">
            <a:extLst>
              <a:ext uri="{FF2B5EF4-FFF2-40B4-BE49-F238E27FC236}">
                <a16:creationId xmlns:a16="http://schemas.microsoft.com/office/drawing/2014/main" id="{4024BF38-63CF-4485-ADC9-ED2434518753}"/>
              </a:ext>
            </a:extLst>
          </p:cNvPr>
          <p:cNvPicPr>
            <a:picLocks noGrp="1" noChangeAspect="1"/>
          </p:cNvPicPr>
          <p:nvPr>
            <p:ph type="pic" sz="quarter" idx="13"/>
          </p:nvPr>
        </p:nvPicPr>
        <p:blipFill>
          <a:blip r:embed="rId3"/>
          <a:srcRect l="15460"/>
          <a:stretch>
            <a:fillRect/>
          </a:stretch>
        </p:blipFill>
        <p:spPr>
          <a:xfrm>
            <a:off x="20" y="1842182"/>
            <a:ext cx="5758152" cy="4546457"/>
          </a:xfrm>
          <a:prstGeom prst="rect">
            <a:avLst/>
          </a:prstGeom>
          <a:noFill/>
        </p:spPr>
      </p:pic>
      <p:sp>
        <p:nvSpPr>
          <p:cNvPr id="4" name="Content Placeholder 3">
            <a:extLst>
              <a:ext uri="{FF2B5EF4-FFF2-40B4-BE49-F238E27FC236}">
                <a16:creationId xmlns:a16="http://schemas.microsoft.com/office/drawing/2014/main" id="{D50F0949-551C-EBA8-FCA2-2A2AAA583856}"/>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76142" y="377072"/>
            <a:ext cx="5558655" cy="5797484"/>
          </a:xfrm>
        </p:spPr>
        <p:txBody>
          <a:bodyPr>
            <a:normAutofit/>
          </a:bodyPr>
          <a:lstStyle/>
          <a:p>
            <a:pPr marL="0" indent="0">
              <a:spcBef>
                <a:spcPts val="2500"/>
              </a:spcBef>
              <a:buFont typeface="Arial" panose="020B0604020202020204" pitchFamily="34" charset="0"/>
              <a:buNone/>
            </a:pPr>
            <a:r>
              <a:rPr lang="en-US" sz="1400" b="1"/>
              <a:t>Domain-Specific Customization</a:t>
            </a:r>
          </a:p>
          <a:p>
            <a:pPr marL="0" lvl="1" indent="0">
              <a:buFont typeface="Arial" panose="020B0604020202020204" pitchFamily="34" charset="0"/>
              <a:buNone/>
            </a:pPr>
            <a:r>
              <a:rPr lang="en-US" sz="1400"/>
              <a:t>Tailoring models to specific domains enhances performance by addressing unique challenges and reducing errors.</a:t>
            </a:r>
          </a:p>
          <a:p>
            <a:pPr marL="0" indent="0">
              <a:spcBef>
                <a:spcPts val="2500"/>
              </a:spcBef>
              <a:buFont typeface="Arial" panose="020B0604020202020204" pitchFamily="34" charset="0"/>
              <a:buNone/>
            </a:pPr>
            <a:r>
              <a:rPr lang="en-US" sz="1400" b="1"/>
              <a:t>Detection Speed vs Accuracy</a:t>
            </a:r>
          </a:p>
          <a:p>
            <a:pPr marL="0" lvl="1" indent="0">
              <a:buFont typeface="Arial" panose="020B0604020202020204" pitchFamily="34" charset="0"/>
              <a:buNone/>
            </a:pPr>
            <a:r>
              <a:rPr lang="en-US" sz="1400"/>
              <a:t>Balancing rapid detection with accuracy is crucial for effective real-world deployments and user trust.</a:t>
            </a:r>
          </a:p>
          <a:p>
            <a:pPr marL="0" indent="0">
              <a:spcBef>
                <a:spcPts val="2500"/>
              </a:spcBef>
              <a:buFont typeface="Arial" panose="020B0604020202020204" pitchFamily="34" charset="0"/>
              <a:buNone/>
            </a:pPr>
            <a:r>
              <a:rPr lang="en-US" sz="1400" b="1"/>
              <a:t>Human-in-the-Loop Feedback</a:t>
            </a:r>
          </a:p>
          <a:p>
            <a:pPr marL="0" lvl="1" indent="0">
              <a:buFont typeface="Arial" panose="020B0604020202020204" pitchFamily="34" charset="0"/>
              <a:buNone/>
            </a:pPr>
            <a:r>
              <a:rPr lang="en-US" sz="1400"/>
              <a:t>Integrating human feedback improves system adaptability and helps manage false alarm rates.</a:t>
            </a:r>
          </a:p>
          <a:p>
            <a:pPr marL="0" indent="0">
              <a:spcBef>
                <a:spcPts val="2500"/>
              </a:spcBef>
              <a:buFont typeface="Arial" panose="020B0604020202020204" pitchFamily="34" charset="0"/>
              <a:buNone/>
            </a:pPr>
            <a:r>
              <a:rPr lang="en-US" sz="1400" b="1"/>
              <a:t>Adaptive Monitoring and Models</a:t>
            </a:r>
          </a:p>
          <a:p>
            <a:pPr marL="0" lvl="1" indent="0">
              <a:buFont typeface="Arial" panose="020B0604020202020204" pitchFamily="34" charset="0"/>
              <a:buNone/>
            </a:pPr>
            <a:r>
              <a:rPr lang="en-US" sz="1400"/>
              <a:t>Continuous monitoring and adaptive models are essential in dynamic, evolving software environments.</a:t>
            </a:r>
          </a:p>
        </p:txBody>
      </p:sp>
      <p:sp>
        <p:nvSpPr>
          <p:cNvPr id="5" name="Footer Placeholder 4">
            <a:extLst>
              <a:ext uri="{FF2B5EF4-FFF2-40B4-BE49-F238E27FC236}">
                <a16:creationId xmlns:a16="http://schemas.microsoft.com/office/drawing/2014/main" id="{4347645E-48A5-AB15-7F5C-460382D31C51}"/>
              </a:ext>
            </a:extLst>
          </p:cNvPr>
          <p:cNvSpPr>
            <a:spLocks noGrp="1"/>
          </p:cNvSpPr>
          <p:nvPr>
            <p:ph type="ftr" sz="quarter" idx="11"/>
          </p:nvPr>
        </p:nvSpPr>
        <p:spPr>
          <a:xfrm>
            <a:off x="457200" y="6445997"/>
            <a:ext cx="3949302" cy="365125"/>
          </a:xfrm>
        </p:spPr>
        <p:txBody>
          <a:bodyPr anchor="ctr">
            <a:normAutofit/>
          </a:bodyPr>
          <a:lstStyle/>
          <a:p>
            <a:pPr>
              <a:spcAft>
                <a:spcPts val="600"/>
              </a:spcAft>
            </a:pPr>
            <a:r>
              <a:rPr lang="en-US"/>
              <a:t>Sample Footer Text</a:t>
            </a:r>
          </a:p>
        </p:txBody>
      </p:sp>
      <p:sp>
        <p:nvSpPr>
          <p:cNvPr id="6" name="Date Placeholder 5">
            <a:extLst>
              <a:ext uri="{FF2B5EF4-FFF2-40B4-BE49-F238E27FC236}">
                <a16:creationId xmlns:a16="http://schemas.microsoft.com/office/drawing/2014/main" id="{DC3A08A2-9A71-B8CE-73A6-A04130121D9D}"/>
              </a:ext>
            </a:extLst>
          </p:cNvPr>
          <p:cNvSpPr>
            <a:spLocks noGrp="1"/>
          </p:cNvSpPr>
          <p:nvPr>
            <p:ph type="dt" sz="half" idx="10"/>
          </p:nvPr>
        </p:nvSpPr>
        <p:spPr>
          <a:xfrm>
            <a:off x="9737594" y="6445997"/>
            <a:ext cx="1842115" cy="365125"/>
          </a:xfrm>
        </p:spPr>
        <p:txBody>
          <a:bodyPr anchor="ctr">
            <a:normAutofit/>
          </a:bodyPr>
          <a:lstStyle/>
          <a:p>
            <a:pPr>
              <a:spcAft>
                <a:spcPts val="600"/>
              </a:spcAft>
            </a:pPr>
            <a:fld id="{B20F022F-161E-41B9-A1BC-CC85E43B1AF4}" type="datetime1">
              <a:rPr lang="en-US" smtClean="0"/>
              <a:pPr>
                <a:spcAft>
                  <a:spcPts val="600"/>
                </a:spcAft>
              </a:pPr>
              <a:t>11/30/2025</a:t>
            </a:fld>
            <a:endParaRPr lang="en-US"/>
          </a:p>
        </p:txBody>
      </p:sp>
      <p:sp>
        <p:nvSpPr>
          <p:cNvPr id="7" name="Slide Number Placeholder 6">
            <a:extLst>
              <a:ext uri="{FF2B5EF4-FFF2-40B4-BE49-F238E27FC236}">
                <a16:creationId xmlns:a16="http://schemas.microsoft.com/office/drawing/2014/main" id="{531E0E6F-BB1A-0686-3E1A-067AD1BAEBCF}"/>
              </a:ext>
            </a:extLst>
          </p:cNvPr>
          <p:cNvSpPr>
            <a:spLocks noGrp="1"/>
          </p:cNvSpPr>
          <p:nvPr>
            <p:ph type="sldNum" sz="quarter" idx="12"/>
          </p:nvPr>
        </p:nvSpPr>
        <p:spPr>
          <a:xfrm>
            <a:off x="11734800" y="6445997"/>
            <a:ext cx="457200" cy="365125"/>
          </a:xfrm>
        </p:spPr>
        <p:txBody>
          <a:bodyPr anchor="ctr">
            <a:normAutofit/>
          </a:bodyPr>
          <a:lstStyle/>
          <a:p>
            <a:pPr>
              <a:spcAft>
                <a:spcPts val="600"/>
              </a:spcAft>
            </a:pPr>
            <a:fld id="{DDF60B60-82CA-4BB9-BA6E-A62FADF2374B}" type="slidenum">
              <a:rPr lang="en-US" smtClean="0"/>
              <a:pPr>
                <a:spcAft>
                  <a:spcPts val="600"/>
                </a:spcAft>
              </a:pPr>
              <a:t>22</a:t>
            </a:fld>
            <a:endParaRPr lang="en-US"/>
          </a:p>
        </p:txBody>
      </p:sp>
    </p:spTree>
    <p:extLst>
      <p:ext uri="{BB962C8B-B14F-4D97-AF65-F5344CB8AC3E}">
        <p14:creationId xmlns:p14="http://schemas.microsoft.com/office/powerpoint/2010/main" val="88019104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34F7B2-9481-B34B-A69E-64E8D9BD7D4C}"/>
              </a:ext>
            </a:extLst>
          </p:cNvPr>
          <p:cNvSpPr>
            <a:spLocks noGrp="1"/>
          </p:cNvSpPr>
          <p:nvPr>
            <p:ph type="title"/>
          </p:nvPr>
        </p:nvSpPr>
        <p:spPr>
          <a:xfrm>
            <a:off x="457200" y="732553"/>
            <a:ext cx="8851900" cy="2295320"/>
          </a:xfrm>
        </p:spPr>
        <p:txBody>
          <a:bodyPr anchor="b">
            <a:normAutofit/>
          </a:bodyPr>
          <a:lstStyle/>
          <a:p>
            <a:r>
              <a:rPr lang="en-US" sz="3300" dirty="0"/>
              <a:t>Conclusion: Harnessing Machine Learning to Secure Software Update Streams</a:t>
            </a:r>
          </a:p>
        </p:txBody>
      </p:sp>
      <p:graphicFrame>
        <p:nvGraphicFramePr>
          <p:cNvPr id="10" name="Content Placeholder 2">
            <a:extLst>
              <a:ext uri="{FF2B5EF4-FFF2-40B4-BE49-F238E27FC236}">
                <a16:creationId xmlns:a16="http://schemas.microsoft.com/office/drawing/2014/main" id="{3D0E0493-DA85-6D90-5EA1-E52B4721127F}"/>
              </a:ext>
            </a:extLst>
          </p:cNvPr>
          <p:cNvGraphicFramePr>
            <a:graphicFrameLocks noGrp="1"/>
          </p:cNvGraphicFramePr>
          <p:nvPr>
            <p:ph sz="quarter" idx="14"/>
            <p:extLst>
              <p:ext uri="{D42A27DB-BD31-4B8C-83A1-F6EECF244321}">
                <p14:modId xmlns:p14="http://schemas.microsoft.com/office/powerpoint/2010/main" val="2057047973"/>
              </p:ext>
              <p:ext uri="{E7BDC344-281C-4309-B0C6-D0EE65EED2A8}">
                <p202:designPr xmlns:p202="http://schemas.microsoft.com/office/powerpoint/2020/02/main">
                  <p202:designTagLst>
                    <p202:designTag name="ARCH:1:CLS" val="InformationBlock"/>
                    <p202:designTag name="ARCH:1:VSVAR" val="TitledTextBox"/>
                  </p202:designTagLst>
                </p202:designPr>
              </p:ext>
            </p:extLst>
          </p:nvPr>
        </p:nvGraphicFramePr>
        <p:xfrm>
          <a:off x="457200" y="3528206"/>
          <a:ext cx="10858500" cy="229532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Footer Placeholder 3">
            <a:extLst>
              <a:ext uri="{FF2B5EF4-FFF2-40B4-BE49-F238E27FC236}">
                <a16:creationId xmlns:a16="http://schemas.microsoft.com/office/drawing/2014/main" id="{D304889D-3834-B8C7-F26D-295954CF9876}"/>
              </a:ext>
            </a:extLst>
          </p:cNvPr>
          <p:cNvSpPr>
            <a:spLocks noGrp="1"/>
          </p:cNvSpPr>
          <p:nvPr>
            <p:ph type="ftr" sz="quarter" idx="11"/>
          </p:nvPr>
        </p:nvSpPr>
        <p:spPr>
          <a:xfrm>
            <a:off x="457200" y="6445997"/>
            <a:ext cx="3949302" cy="365125"/>
          </a:xfrm>
        </p:spPr>
        <p:txBody>
          <a:bodyPr anchor="ctr">
            <a:normAutofit/>
          </a:bodyPr>
          <a:lstStyle/>
          <a:p>
            <a:pPr>
              <a:spcAft>
                <a:spcPts val="600"/>
              </a:spcAft>
            </a:pPr>
            <a:r>
              <a:rPr lang="en-US"/>
              <a:t>Sample Footer Text</a:t>
            </a:r>
          </a:p>
        </p:txBody>
      </p:sp>
      <p:sp>
        <p:nvSpPr>
          <p:cNvPr id="5" name="Date Placeholder 4">
            <a:extLst>
              <a:ext uri="{FF2B5EF4-FFF2-40B4-BE49-F238E27FC236}">
                <a16:creationId xmlns:a16="http://schemas.microsoft.com/office/drawing/2014/main" id="{78326422-CAE8-0969-1F02-D0C14946A8F9}"/>
              </a:ext>
            </a:extLst>
          </p:cNvPr>
          <p:cNvSpPr>
            <a:spLocks noGrp="1"/>
          </p:cNvSpPr>
          <p:nvPr>
            <p:ph type="dt" sz="half" idx="10"/>
          </p:nvPr>
        </p:nvSpPr>
        <p:spPr>
          <a:xfrm>
            <a:off x="9737594" y="6445997"/>
            <a:ext cx="1842115" cy="365125"/>
          </a:xfrm>
        </p:spPr>
        <p:txBody>
          <a:bodyPr anchor="ctr">
            <a:normAutofit/>
          </a:bodyPr>
          <a:lstStyle/>
          <a:p>
            <a:pPr>
              <a:spcAft>
                <a:spcPts val="600"/>
              </a:spcAft>
            </a:pPr>
            <a:fld id="{2F88F8D0-0E9B-4650-859F-69E8A62E8B3F}" type="datetime1">
              <a:rPr lang="en-US" smtClean="0"/>
              <a:pPr>
                <a:spcAft>
                  <a:spcPts val="600"/>
                </a:spcAft>
              </a:pPr>
              <a:t>11/30/2025</a:t>
            </a:fld>
            <a:endParaRPr lang="en-US"/>
          </a:p>
        </p:txBody>
      </p:sp>
      <p:sp>
        <p:nvSpPr>
          <p:cNvPr id="6" name="Slide Number Placeholder 5">
            <a:extLst>
              <a:ext uri="{FF2B5EF4-FFF2-40B4-BE49-F238E27FC236}">
                <a16:creationId xmlns:a16="http://schemas.microsoft.com/office/drawing/2014/main" id="{8064E824-8651-8B5F-BF41-720A80AA89E5}"/>
              </a:ext>
            </a:extLst>
          </p:cNvPr>
          <p:cNvSpPr>
            <a:spLocks noGrp="1"/>
          </p:cNvSpPr>
          <p:nvPr>
            <p:ph type="sldNum" sz="quarter" idx="12"/>
          </p:nvPr>
        </p:nvSpPr>
        <p:spPr>
          <a:xfrm>
            <a:off x="11734800" y="6445997"/>
            <a:ext cx="457200" cy="365125"/>
          </a:xfrm>
        </p:spPr>
        <p:txBody>
          <a:bodyPr anchor="ctr">
            <a:normAutofit/>
          </a:bodyPr>
          <a:lstStyle/>
          <a:p>
            <a:pPr>
              <a:spcAft>
                <a:spcPts val="600"/>
              </a:spcAft>
            </a:pPr>
            <a:fld id="{DDF60B60-82CA-4BB9-BA6E-A62FADF2374B}" type="slidenum">
              <a:rPr lang="en-US" smtClean="0"/>
              <a:pPr>
                <a:spcAft>
                  <a:spcPts val="600"/>
                </a:spcAft>
              </a:pPr>
              <a:t>23</a:t>
            </a:fld>
            <a:endParaRPr lang="en-US"/>
          </a:p>
        </p:txBody>
      </p:sp>
    </p:spTree>
    <p:extLst>
      <p:ext uri="{BB962C8B-B14F-4D97-AF65-F5344CB8AC3E}">
        <p14:creationId xmlns:p14="http://schemas.microsoft.com/office/powerpoint/2010/main" val="799111007"/>
      </p:ext>
    </p:extLst>
  </p:cSld>
  <p:clrMapOvr>
    <a:masterClrMapping/>
  </p:clrMapOvr>
  <p:transition>
    <p:fade/>
  </p:transition>
</p:sld>
</file>

<file path=ppt/theme/theme1.xml><?xml version="1.0" encoding="utf-8"?>
<a:theme xmlns:a="http://schemas.openxmlformats.org/drawingml/2006/main" name="Shoji">
  <a:themeElements>
    <a:clrScheme name="Shoji">
      <a:dk1>
        <a:srgbClr val="131313"/>
      </a:dk1>
      <a:lt1>
        <a:sysClr val="window" lastClr="FFFFFF"/>
      </a:lt1>
      <a:dk2>
        <a:srgbClr val="1D3433"/>
      </a:dk2>
      <a:lt2>
        <a:srgbClr val="F3F2ED"/>
      </a:lt2>
      <a:accent1>
        <a:srgbClr val="7C5C3E"/>
      </a:accent1>
      <a:accent2>
        <a:srgbClr val="B8A189"/>
      </a:accent2>
      <a:accent3>
        <a:srgbClr val="A1A696"/>
      </a:accent3>
      <a:accent4>
        <a:srgbClr val="566868"/>
      </a:accent4>
      <a:accent5>
        <a:srgbClr val="786F50"/>
      </a:accent5>
      <a:accent6>
        <a:srgbClr val="A9A375"/>
      </a:accent6>
      <a:hlink>
        <a:srgbClr val="B1785F"/>
      </a:hlink>
      <a:folHlink>
        <a:srgbClr val="6C7F7F"/>
      </a:folHlink>
    </a:clrScheme>
    <a:fontScheme name="Custom 35">
      <a:majorFont>
        <a:latin typeface="Walbaum Display"/>
        <a:ea typeface=""/>
        <a:cs typeface=""/>
      </a:majorFont>
      <a:minorFont>
        <a:latin typeface="Aptos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Shoji" id="{EBD40D9C-CA72-493B-87C2-C0EB162C667E}" vid="{D0940FF3-4015-4C8A-9B90-9961EFA3BC7C}"/>
    </a:ext>
  </a:extLst>
</a:theme>
</file>

<file path=ppt/theme/theme2.xml><?xml version="1.0" encoding="utf-8"?>
<a:theme xmlns:a="http://schemas.openxmlformats.org/drawingml/2006/main" name="Citation">
  <a:themeElements>
    <a:clrScheme name="Citation Design">
      <a:dk1>
        <a:srgbClr val="000000"/>
      </a:dk1>
      <a:lt1>
        <a:srgbClr val="FFFFFF"/>
      </a:lt1>
      <a:dk2>
        <a:srgbClr val="01375D"/>
      </a:dk2>
      <a:lt2>
        <a:srgbClr val="F3F2EF"/>
      </a:lt2>
      <a:accent1>
        <a:srgbClr val="585142"/>
      </a:accent1>
      <a:accent2>
        <a:srgbClr val="C1B4A1"/>
      </a:accent2>
      <a:accent3>
        <a:srgbClr val="815B42"/>
      </a:accent3>
      <a:accent4>
        <a:srgbClr val="73582F"/>
      </a:accent4>
      <a:accent5>
        <a:srgbClr val="58393C"/>
      </a:accent5>
      <a:accent6>
        <a:srgbClr val="85584E"/>
      </a:accent6>
      <a:hlink>
        <a:srgbClr val="E05C37"/>
      </a:hlink>
      <a:folHlink>
        <a:srgbClr val="2E9884"/>
      </a:folHlink>
    </a:clrScheme>
    <a:fontScheme name="Custom 62">
      <a:majorFont>
        <a:latin typeface="Franklin Gothic Heavy"/>
        <a:ea typeface=""/>
        <a:cs typeface=""/>
      </a:majorFont>
      <a:minorFont>
        <a:latin typeface="Selawi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itation design_CoPilot Updates_win32_EF_v8" id="{9DEE9FBB-DC1C-45AA-8B67-111DE4A99BF2}" vid="{E71669C5-CDD3-48AC-A69A-CB015CAC44A0}"/>
    </a:ext>
  </a:extLst>
</a:theme>
</file>

<file path=ppt/theme/theme3.xml><?xml version="1.0" encoding="utf-8"?>
<a:theme xmlns:a="http://schemas.openxmlformats.org/drawingml/2006/main" name="Oasis">
  <a:themeElements>
    <a:clrScheme name="Oasis">
      <a:dk1>
        <a:srgbClr val="131313"/>
      </a:dk1>
      <a:lt1>
        <a:sysClr val="window" lastClr="FFFFFF"/>
      </a:lt1>
      <a:dk2>
        <a:srgbClr val="2D2A27"/>
      </a:dk2>
      <a:lt2>
        <a:srgbClr val="F0EBE6"/>
      </a:lt2>
      <a:accent1>
        <a:srgbClr val="9F7667"/>
      </a:accent1>
      <a:accent2>
        <a:srgbClr val="BE8856"/>
      </a:accent2>
      <a:accent3>
        <a:srgbClr val="BD9075"/>
      </a:accent3>
      <a:accent4>
        <a:srgbClr val="939081"/>
      </a:accent4>
      <a:accent5>
        <a:srgbClr val="A16D4C"/>
      </a:accent5>
      <a:accent6>
        <a:srgbClr val="8C8662"/>
      </a:accent6>
      <a:hlink>
        <a:srgbClr val="A57361"/>
      </a:hlink>
      <a:folHlink>
        <a:srgbClr val="8C8662"/>
      </a:folHlink>
    </a:clrScheme>
    <a:fontScheme name="Oasis Font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asis" id="{F87D57D1-6595-40EA-BD1E-F0C34D0EF910}" vid="{ECA7DBCD-4BC8-40F2-8EF4-7A6D942FA19B}"/>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DDCC98D-8A5B-4177-9C60-D4A9C8723FD7}">
  <ds:schemaRefs>
    <ds:schemaRef ds:uri="16c05727-aa75-4e4a-9b5f-8a80a1165891"/>
    <ds:schemaRef ds:uri="230e9df3-be65-4c73-a93b-d1236ebd677e"/>
    <ds:schemaRef ds:uri="71af3243-3dd4-4a8d-8c0d-dd76da1f02a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0070BEB4-FB24-4E84-B3BB-971EAA4E97D2}">
  <ds:schemaRefs>
    <ds:schemaRef ds:uri="230e9df3-be65-4c73-a93b-d1236ebd677e"/>
    <ds:schemaRef ds:uri="71af3243-3dd4-4a8d-8c0d-dd76da1f02a5"/>
    <ds:schemaRef ds:uri="http://schemas.microsoft.com/office/2006/metadata/properties"/>
    <ds:schemaRef ds:uri="http://schemas.microsoft.com/office/infopath/2007/PartnerControls"/>
    <ds:schemaRef ds:uri="http://schemas.microsoft.com/sharepoint/v3"/>
  </ds:schemaRefs>
</ds:datastoreItem>
</file>

<file path=customXml/itemProps3.xml><?xml version="1.0" encoding="utf-8"?>
<ds:datastoreItem xmlns:ds="http://schemas.openxmlformats.org/officeDocument/2006/customXml" ds:itemID="{89D41049-A82A-4B5B-8ABC-9F045EF9F078}">
  <ds:schemaRefs>
    <ds:schemaRef ds:uri="http://schemas.microsoft.com/sharepoint/v3/contenttype/forms"/>
  </ds:schemaRefs>
</ds:datastoreItem>
</file>

<file path=docMetadata/LabelInfo.xml><?xml version="1.0" encoding="utf-8"?>
<clbl:labelList xmlns:clbl="http://schemas.microsoft.com/office/2020/mipLabelMetadata">
  <clbl:label id="{87ba5c36-b7cf-4793-bbc2-bd5b3a9f95ca}" enabled="1" method="Privilege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emplate/>
  <TotalTime>72</TotalTime>
  <Words>2646</Words>
  <Application>Microsoft Office PowerPoint</Application>
  <PresentationFormat>Widescreen</PresentationFormat>
  <Paragraphs>252</Paragraphs>
  <Slides>23</Slides>
  <Notes>23</Notes>
  <HiddenSlides>0</HiddenSlides>
  <MMClips>0</MMClips>
  <ScaleCrop>false</ScaleCrop>
  <HeadingPairs>
    <vt:vector size="6" baseType="variant">
      <vt:variant>
        <vt:lpstr>Fonts Used</vt:lpstr>
      </vt:variant>
      <vt:variant>
        <vt:i4>7</vt:i4>
      </vt:variant>
      <vt:variant>
        <vt:lpstr>Theme</vt:lpstr>
      </vt:variant>
      <vt:variant>
        <vt:i4>3</vt:i4>
      </vt:variant>
      <vt:variant>
        <vt:lpstr>Slide Titles</vt:lpstr>
      </vt:variant>
      <vt:variant>
        <vt:i4>23</vt:i4>
      </vt:variant>
    </vt:vector>
  </HeadingPairs>
  <TitlesOfParts>
    <vt:vector size="33" baseType="lpstr">
      <vt:lpstr>Aptos Light</vt:lpstr>
      <vt:lpstr>Arial</vt:lpstr>
      <vt:lpstr>Calibri</vt:lpstr>
      <vt:lpstr>Franklin Gothic Heavy</vt:lpstr>
      <vt:lpstr>Neue Haas Grotesk Text Pro</vt:lpstr>
      <vt:lpstr>Selawik</vt:lpstr>
      <vt:lpstr>Walbaum Display</vt:lpstr>
      <vt:lpstr>Shoji</vt:lpstr>
      <vt:lpstr>Citation</vt:lpstr>
      <vt:lpstr>Oasis</vt:lpstr>
      <vt:lpstr>Anomaly Detection in Software Update Streams: Leveraging Machine Learning for Advanced Irregularity Identification</vt:lpstr>
      <vt:lpstr>Agenda Overview</vt:lpstr>
      <vt:lpstr>Introduction to Software Update Streams</vt:lpstr>
      <vt:lpstr>Understanding Software Update Processes</vt:lpstr>
      <vt:lpstr>Types of Data Generated in Update Streams</vt:lpstr>
      <vt:lpstr>Common Challenges in Managing Update Streams</vt:lpstr>
      <vt:lpstr>Defining Anomalies in Software Update Data</vt:lpstr>
      <vt:lpstr>What Constitutes an Anomaly in Update Streams</vt:lpstr>
      <vt:lpstr>Examples of Real-World Irregularities</vt:lpstr>
      <vt:lpstr>Potential Consequences of Undetected Anomalies</vt:lpstr>
      <vt:lpstr>Machine Learning Techniques for Anomaly Detection</vt:lpstr>
      <vt:lpstr>Overview of Supervised Vs. Unsupervised Approaches</vt:lpstr>
      <vt:lpstr>Popular Algorithms: Isolation Forest, Autoencoders, and Clustering Methods</vt:lpstr>
      <vt:lpstr>Feature Engineering and Data Preprocessing for Update Streams</vt:lpstr>
      <vt:lpstr>Advanced Data Analysis Strategies</vt:lpstr>
      <vt:lpstr>Time-Series Analysis and Monitoring</vt:lpstr>
      <vt:lpstr>Use of Statistical Models and Thresholds</vt:lpstr>
      <vt:lpstr>Integration of Domain Knowledge Into Anomaly Detection</vt:lpstr>
      <vt:lpstr>Implementation and Evaluation of Detection Systems</vt:lpstr>
      <vt:lpstr>Building a Machine Learning Pipeline for Anomaly Detection</vt:lpstr>
      <vt:lpstr>Validation Metrics and Performance Evaluation</vt:lpstr>
      <vt:lpstr>Case Studies and Lessons Learned</vt:lpstr>
      <vt:lpstr>Conclusion: Harnessing Machine Learning to Secure Software Update Streams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Antonio Santana</dc:creator>
  <cp:lastModifiedBy>Antonio Santana</cp:lastModifiedBy>
  <cp:revision>5</cp:revision>
  <dcterms:created xsi:type="dcterms:W3CDTF">2025-08-04T19:19:33Z</dcterms:created>
  <dcterms:modified xsi:type="dcterms:W3CDTF">2025-11-30T21:51:55Z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